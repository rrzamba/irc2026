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tags/tag3.xml" ContentType="application/vnd.openxmlformats-officedocument.presentationml.tags+xml"/>
  <Override PartName="/ppt/notesSlides/notesSlide2.xml" ContentType="application/vnd.openxmlformats-officedocument.presentationml.notesSlide+xml"/>
  <Override PartName="/ppt/tags/tag4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5.xml" ContentType="application/vnd.openxmlformats-officedocument.presentationml.tag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tags/tag6.xml" ContentType="application/vnd.openxmlformats-officedocument.presentationml.tags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tags/tag7.xml" ContentType="application/vnd.openxmlformats-officedocument.presentationml.tags+xml"/>
  <Override PartName="/ppt/notesSlides/notesSlide22.xml" ContentType="application/vnd.openxmlformats-officedocument.presentationml.notesSlide+xml"/>
  <Override PartName="/ppt/tags/tag8.xml" ContentType="application/vnd.openxmlformats-officedocument.presentationml.tags+xml"/>
  <Override PartName="/ppt/notesSlides/notesSlide23.xml" ContentType="application/vnd.openxmlformats-officedocument.presentationml.notesSlide+xml"/>
  <Override PartName="/ppt/tags/tag9.xml" ContentType="application/vnd.openxmlformats-officedocument.presentationml.tags+xml"/>
  <Override PartName="/ppt/notesSlides/notesSlide24.xml" ContentType="application/vnd.openxmlformats-officedocument.presentationml.notesSlide+xml"/>
  <Override PartName="/ppt/tags/tag10.xml" ContentType="application/vnd.openxmlformats-officedocument.presentationml.tags+xml"/>
  <Override PartName="/ppt/notesSlides/notesSlide2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0" r:id="rId1"/>
  </p:sldMasterIdLst>
  <p:notesMasterIdLst>
    <p:notesMasterId r:id="rId27"/>
  </p:notesMasterIdLst>
  <p:sldIdLst>
    <p:sldId id="876" r:id="rId2"/>
    <p:sldId id="860" r:id="rId3"/>
    <p:sldId id="759" r:id="rId4"/>
    <p:sldId id="1054" r:id="rId5"/>
    <p:sldId id="1090" r:id="rId6"/>
    <p:sldId id="1101" r:id="rId7"/>
    <p:sldId id="1056" r:id="rId8"/>
    <p:sldId id="1057" r:id="rId9"/>
    <p:sldId id="1091" r:id="rId10"/>
    <p:sldId id="1092" r:id="rId11"/>
    <p:sldId id="1093" r:id="rId12"/>
    <p:sldId id="1094" r:id="rId13"/>
    <p:sldId id="1095" r:id="rId14"/>
    <p:sldId id="1096" r:id="rId15"/>
    <p:sldId id="1097" r:id="rId16"/>
    <p:sldId id="1102" r:id="rId17"/>
    <p:sldId id="1063" r:id="rId18"/>
    <p:sldId id="1098" r:id="rId19"/>
    <p:sldId id="1099" r:id="rId20"/>
    <p:sldId id="1100" r:id="rId21"/>
    <p:sldId id="1103" r:id="rId22"/>
    <p:sldId id="957" r:id="rId23"/>
    <p:sldId id="958" r:id="rId24"/>
    <p:sldId id="874" r:id="rId25"/>
    <p:sldId id="291" r:id="rId26"/>
  </p:sldIdLst>
  <p:sldSz cx="9144000" cy="5143500" type="screen16x9"/>
  <p:notesSz cx="6858000" cy="9144000"/>
  <p:custDataLst>
    <p:tags r:id="rId28"/>
  </p:custDataLst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336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Barbara Reif" initials="BR" lastIdx="3" clrIdx="0"/>
  <p:cmAuthor id="1" name="Jane Gibbons -X (jagibbon - DEL ORO CONSULTING INC at Cisco)" initials="JG-(-DOCIaC" lastIdx="28" clrIdx="1">
    <p:extLst>
      <p:ext uri="{19B8F6BF-5375-455C-9EA6-DF929625EA0E}">
        <p15:presenceInfo xmlns:p15="http://schemas.microsoft.com/office/powerpoint/2012/main" userId="S-1-5-21-1708537768-1303643608-725345543-200204" providerId="AD"/>
      </p:ext>
    </p:extLst>
  </p:cmAuthor>
  <p:cmAuthor id="2" name="Bob Vachon" initials="BV" lastIdx="24" clrIdx="2">
    <p:extLst>
      <p:ext uri="{19B8F6BF-5375-455C-9EA6-DF929625EA0E}">
        <p15:presenceInfo xmlns:p15="http://schemas.microsoft.com/office/powerpoint/2012/main" userId="c7abe87968a0b633" providerId="Windows Live"/>
      </p:ext>
    </p:extLst>
  </p:cmAuthor>
  <p:cmAuthor id="3" name="Sue Livingston -X (suliving - UNICON INC at Cisco)" initials="SL-(-UIaC" lastIdx="29" clrIdx="3">
    <p:extLst>
      <p:ext uri="{19B8F6BF-5375-455C-9EA6-DF929625EA0E}">
        <p15:presenceInfo xmlns:p15="http://schemas.microsoft.com/office/powerpoint/2012/main" userId="S::suliving@cisco.com::dc701d48-dd51-411a-9041-b7f1328f1486" providerId="AD"/>
      </p:ext>
    </p:extLst>
  </p:cmAuthor>
  <p:cmAuthor id="4" name="jagibbon" initials="jmg" lastIdx="8" clrIdx="4">
    <p:extLst>
      <p:ext uri="{19B8F6BF-5375-455C-9EA6-DF929625EA0E}">
        <p15:presenceInfo xmlns:p15="http://schemas.microsoft.com/office/powerpoint/2012/main" userId="jagibbon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0000CC"/>
    <a:srgbClr val="000099"/>
    <a:srgbClr val="CC99FF"/>
    <a:srgbClr val="CC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6784964-2849-BDCC-EC6E-19D6ECE064BA}" v="5" dt="2020-06-28T23:42:30.64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138" autoAdjust="0"/>
    <p:restoredTop sz="77285" autoAdjust="0"/>
  </p:normalViewPr>
  <p:slideViewPr>
    <p:cSldViewPr snapToGrid="0" showGuides="1">
      <p:cViewPr varScale="1">
        <p:scale>
          <a:sx n="87" d="100"/>
          <a:sy n="87" d="100"/>
        </p:scale>
        <p:origin x="1493" y="67"/>
      </p:cViewPr>
      <p:guideLst>
        <p:guide orient="horz" pos="1620"/>
        <p:guide pos="336"/>
      </p:guideLst>
    </p:cSldViewPr>
  </p:slideViewPr>
  <p:outlineViewPr>
    <p:cViewPr>
      <p:scale>
        <a:sx n="33" d="100"/>
        <a:sy n="33" d="100"/>
      </p:scale>
      <p:origin x="0" y="-226704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11" d="100"/>
        <a:sy n="111" d="100"/>
      </p:scale>
      <p:origin x="0" y="-512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gs" Target="tags/tag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5" Type="http://schemas.microsoft.com/office/2015/10/relationships/revisionInfo" Target="revisionInfo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ilberto Neves Sudre Filho" userId="S::gilberto.neves@faesa.br::d3375f58-c24b-48d7-baef-871d87266953" providerId="AD" clId="Web-{D6784964-2849-BDCC-EC6E-19D6ECE064BA}"/>
    <pc:docChg chg="modSld">
      <pc:chgData name="Gilberto Neves Sudre Filho" userId="S::gilberto.neves@faesa.br::d3375f58-c24b-48d7-baef-871d87266953" providerId="AD" clId="Web-{D6784964-2849-BDCC-EC6E-19D6ECE064BA}" dt="2020-06-28T23:42:30.645" v="4" actId="14100"/>
      <pc:docMkLst>
        <pc:docMk/>
      </pc:docMkLst>
      <pc:sldChg chg="modSp">
        <pc:chgData name="Gilberto Neves Sudre Filho" userId="S::gilberto.neves@faesa.br::d3375f58-c24b-48d7-baef-871d87266953" providerId="AD" clId="Web-{D6784964-2849-BDCC-EC6E-19D6ECE064BA}" dt="2020-06-28T23:42:22.597" v="2" actId="1076"/>
        <pc:sldMkLst>
          <pc:docMk/>
          <pc:sldMk cId="333203623" sldId="1095"/>
        </pc:sldMkLst>
        <pc:picChg chg="mod">
          <ac:chgData name="Gilberto Neves Sudre Filho" userId="S::gilberto.neves@faesa.br::d3375f58-c24b-48d7-baef-871d87266953" providerId="AD" clId="Web-{D6784964-2849-BDCC-EC6E-19D6ECE064BA}" dt="2020-06-28T23:42:22.597" v="2" actId="1076"/>
          <ac:picMkLst>
            <pc:docMk/>
            <pc:sldMk cId="333203623" sldId="1095"/>
            <ac:picMk id="2" creationId="{88E1F9DB-BF06-458F-943E-47F1D805506A}"/>
          </ac:picMkLst>
        </pc:picChg>
      </pc:sldChg>
      <pc:sldChg chg="modSp">
        <pc:chgData name="Gilberto Neves Sudre Filho" userId="S::gilberto.neves@faesa.br::d3375f58-c24b-48d7-baef-871d87266953" providerId="AD" clId="Web-{D6784964-2849-BDCC-EC6E-19D6ECE064BA}" dt="2020-06-28T23:42:30.645" v="4" actId="14100"/>
        <pc:sldMkLst>
          <pc:docMk/>
          <pc:sldMk cId="2945305247" sldId="1097"/>
        </pc:sldMkLst>
        <pc:picChg chg="mod">
          <ac:chgData name="Gilberto Neves Sudre Filho" userId="S::gilberto.neves@faesa.br::d3375f58-c24b-48d7-baef-871d87266953" providerId="AD" clId="Web-{D6784964-2849-BDCC-EC6E-19D6ECE064BA}" dt="2020-06-28T23:42:30.645" v="4" actId="14100"/>
          <ac:picMkLst>
            <pc:docMk/>
            <pc:sldMk cId="2945305247" sldId="1097"/>
            <ac:picMk id="2" creationId="{54F65C2E-4429-4EE0-B587-6BE1F19A05B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6337D9-3022-3D41-8D8A-BDF2F3B0DD8E}" type="datetimeFigureOut">
              <a:rPr lang="en-US" smtClean="0"/>
              <a:t>10/10/2025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41018C-6CAF-B84E-B92C-ECB119457FBA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75648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>
              <a:buFontTx/>
              <a:buNone/>
            </a:pPr>
            <a:r>
              <a:rPr lang="pt-BR" b="0"/>
              <a:t>Programa da Cisco Networking Academy</a:t>
            </a:r>
          </a:p>
          <a:p>
            <a:pPr rtl="0">
              <a:buFontTx/>
              <a:buNone/>
            </a:pPr>
            <a:r>
              <a:rPr lang="pt-BR" b="0"/>
              <a:t>Introdução às redes v7.0 (ITN)</a:t>
            </a:r>
          </a:p>
          <a:p>
            <a:pPr rtl="0">
              <a:buFontTx/>
              <a:buNone/>
            </a:pPr>
            <a:r>
              <a:rPr lang="pt-BR" sz="1200" b="0"/>
              <a:t>Módulo 9: Resolução de Endereços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  <a:t>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081187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11"/>
          <p:cNvSpPr txBox="1">
            <a:spLocks noGrp="1" noChangeArrowheads="1"/>
          </p:cNvSpPr>
          <p:nvPr/>
        </p:nvSpPr>
        <p:spPr bwMode="auto">
          <a:xfrm>
            <a:off x="5929313" y="8680450"/>
            <a:ext cx="812800" cy="287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819" tIns="0" rIns="18819" bIns="0" anchor="b"/>
          <a:lstStyle>
            <a:lvl1pPr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r" rtl="0"/>
            <a:fld id="{7C839C26-801B-42B6-A101-60F37FE2B0A8}" type="slidenum">
              <a:rPr sz="800" b="0">
                <a:solidFill>
                  <a:prstClr val="black"/>
                </a:solidFill>
              </a:rPr>
              <a:pPr algn="r" rtl="0"/>
              <a:t>2</a:t>
            </a:fld>
            <a:endParaRPr sz="800" b="0">
              <a:solidFill>
                <a:prstClr val="black"/>
              </a:solidFill>
            </a:endParaRPr>
          </a:p>
        </p:txBody>
      </p:sp>
      <p:sp>
        <p:nvSpPr>
          <p:cNvPr id="184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rtl="0">
              <a:buFontTx/>
              <a:buNone/>
            </a:pPr>
            <a:r>
              <a:rPr lang="pt-BR" sz="1200" b="0"/>
              <a:t>9 - Resolução de Endereços</a:t>
            </a:r>
          </a:p>
          <a:p>
            <a:pPr rtl="0">
              <a:buFontTx/>
              <a:buNone/>
            </a:pPr>
            <a:r>
              <a:rPr lang="pt-BR" sz="1200" b="0"/>
              <a:t>9.0.2</a:t>
            </a:r>
          </a:p>
        </p:txBody>
      </p:sp>
    </p:spTree>
    <p:extLst>
      <p:ext uri="{BB962C8B-B14F-4D97-AF65-F5344CB8AC3E}">
        <p14:creationId xmlns:p14="http://schemas.microsoft.com/office/powerpoint/2010/main" val="17344456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>
              <a:buFontTx/>
              <a:buNone/>
            </a:pPr>
            <a:r>
              <a:rPr lang="pt-BR" sz="1200" b="0"/>
              <a:t>9 - Resolução de Endereços</a:t>
            </a:r>
          </a:p>
          <a:p>
            <a:pPr rtl="0">
              <a:buFontTx/>
              <a:buNone/>
            </a:pPr>
            <a:r>
              <a:rPr lang="pt-BR" sz="1200" b="0"/>
              <a:t>9.1 MAC e IP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255296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9 - Resolução de Endereços</a:t>
            </a:r>
          </a:p>
          <a:p>
            <a:pPr rtl="0"/>
            <a:r>
              <a:rPr lang="pt-BR"/>
              <a:t>9.1 — MAC e IP</a:t>
            </a:r>
          </a:p>
          <a:p>
            <a:pPr rtl="0"/>
            <a:r>
              <a:rPr lang="pt-BR"/>
              <a:t>9.1.1 - Destino na Mesma Rede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9231227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9 - Resolução de Endereços</a:t>
            </a:r>
          </a:p>
          <a:p>
            <a:pPr rtl="0"/>
            <a:r>
              <a:rPr lang="pt-BR"/>
              <a:t>9.1 MAC e IP</a:t>
            </a:r>
          </a:p>
          <a:p>
            <a:pPr rtl="0"/>
            <a:r>
              <a:rPr lang="pt-BR"/>
              <a:t>9.1.2 – Destino na rede remota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  <a:t>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5900761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/>
              <a:t>9 - Resolução de Endereços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/>
              <a:t>9.1 - MAC e IP</a:t>
            </a:r>
          </a:p>
          <a:p>
            <a:pPr rtl="0"/>
            <a:r>
              <a:rPr lang="pt-BR"/>
              <a:t>9.1.3 – Packet Tracer – Identificar endereços MAC e IP</a:t>
            </a:r>
          </a:p>
          <a:p>
            <a:pPr rtl="0"/>
            <a:r>
              <a:rPr lang="pt-BR"/>
              <a:t>9.1.4 — Verifique o seu entendimento — MAC e IP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0523811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>
              <a:buFontTx/>
              <a:buNone/>
            </a:pPr>
            <a:r>
              <a:rPr lang="pt-BR" sz="1200" b="0"/>
              <a:t>9 - Resolução de Endereços</a:t>
            </a:r>
          </a:p>
          <a:p>
            <a:pPr rtl="0">
              <a:buFontTx/>
              <a:buNone/>
            </a:pPr>
            <a:r>
              <a:rPr lang="pt-BR" sz="1200" b="0"/>
              <a:t>9.2 ARP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6329107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9 - Resolução de Endereços</a:t>
            </a:r>
          </a:p>
          <a:p>
            <a:pPr rtl="0"/>
            <a:r>
              <a:rPr lang="pt-BR"/>
              <a:t>9.2 — ARP</a:t>
            </a:r>
          </a:p>
          <a:p>
            <a:pPr rtl="0"/>
            <a:r>
              <a:rPr lang="pt-BR"/>
              <a:t>9.2.1 — Visão geral do ARP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5212543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9 - Resolução de Endereços</a:t>
            </a:r>
          </a:p>
          <a:p>
            <a:pPr rtl="0"/>
            <a:r>
              <a:rPr lang="pt-BR"/>
              <a:t>9.2 — ARP</a:t>
            </a:r>
          </a:p>
          <a:p>
            <a:pPr rtl="0"/>
            <a:r>
              <a:rPr lang="pt-BR"/>
              <a:t>9.2.2 – Funções do ARP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5312517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9 - Resolução de Endereços</a:t>
            </a:r>
          </a:p>
          <a:p>
            <a:pPr rtl="0"/>
            <a:r>
              <a:rPr lang="pt-BR"/>
              <a:t>9.2 — ARP</a:t>
            </a:r>
          </a:p>
          <a:p>
            <a:pPr rtl="0"/>
            <a:r>
              <a:rPr lang="pt-BR"/>
              <a:t>9.2.3 — Vídeo - Solicitação ARP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089713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9 - Resolução de Endereços</a:t>
            </a:r>
          </a:p>
          <a:p>
            <a:pPr rtl="0"/>
            <a:r>
              <a:rPr lang="pt-BR"/>
              <a:t>9.2 — ARP</a:t>
            </a:r>
          </a:p>
          <a:p>
            <a:pPr rtl="0"/>
            <a:r>
              <a:rPr lang="pt-BR"/>
              <a:t>9.2.4 - Vídeo - Operação do ARP - Resposta do ARP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9547808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9 - Resolução de Endereços</a:t>
            </a:r>
          </a:p>
          <a:p>
            <a:pPr rtl="0"/>
            <a:r>
              <a:rPr lang="pt-BR"/>
              <a:t>9.2 — ARP</a:t>
            </a:r>
          </a:p>
          <a:p>
            <a:pPr rtl="0"/>
            <a:r>
              <a:rPr lang="pt-BR"/>
              <a:t>9.2.5 - Vídeo - Função ARP nas comunicações remotas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1541689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9 - Resolução de Endereços</a:t>
            </a:r>
          </a:p>
          <a:p>
            <a:pPr rtl="0"/>
            <a:r>
              <a:rPr lang="pt-BR"/>
              <a:t>9.2 — ARP</a:t>
            </a:r>
          </a:p>
          <a:p>
            <a:pPr rtl="0"/>
            <a:r>
              <a:rPr lang="pt-BR"/>
              <a:t>9.2.6 – Remoção de entradas de uma tabela ARP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8466456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9 - Resolução de Endereços</a:t>
            </a:r>
          </a:p>
          <a:p>
            <a:pPr rtl="0"/>
            <a:r>
              <a:rPr lang="pt-BR"/>
              <a:t>9.2 — ARP</a:t>
            </a:r>
          </a:p>
          <a:p>
            <a:pPr rtl="0"/>
            <a:r>
              <a:rPr lang="pt-BR"/>
              <a:t>9.2.7 Tabelas ARP em dispositivos de rede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189775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9 - Resolução de Endereços</a:t>
            </a:r>
          </a:p>
          <a:p>
            <a:pPr rtl="0"/>
            <a:r>
              <a:rPr lang="pt-BR"/>
              <a:t>9.2 — ARP</a:t>
            </a:r>
          </a:p>
          <a:p>
            <a:pPr rtl="0"/>
            <a:r>
              <a:rPr lang="pt-BR"/>
              <a:t>9.2.8 — Problemas de ARP — Broadcast ARP e falsificação de ARP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9990220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9 - Resolução de Endereços</a:t>
            </a:r>
          </a:p>
          <a:p>
            <a:pPr rtl="0"/>
            <a:r>
              <a:rPr lang="pt-BR"/>
              <a:t>9.2 — ARP</a:t>
            </a:r>
          </a:p>
          <a:p>
            <a:pPr rtl="0"/>
            <a:r>
              <a:rPr lang="pt-BR"/>
              <a:t>9.2.9 - Packet Tracer – Examine a Tabela ARP</a:t>
            </a:r>
          </a:p>
          <a:p>
            <a:pPr rtl="0"/>
            <a:r>
              <a:rPr lang="pt-BR"/>
              <a:t>9.2.10 - Verifique sua compreensão - ARP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8967979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>
              <a:buFontTx/>
              <a:buNone/>
            </a:pPr>
            <a:r>
              <a:rPr lang="pt-BR" sz="1200" b="0"/>
              <a:t>9 - Resolução de Endereços</a:t>
            </a:r>
          </a:p>
          <a:p>
            <a:pPr rtl="0">
              <a:buFontTx/>
              <a:buNone/>
            </a:pPr>
            <a:r>
              <a:rPr lang="pt-BR" sz="1200" b="0"/>
              <a:t>9.3 Cabeamento de cobre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7775541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9 - Resolução de Endereços</a:t>
            </a:r>
          </a:p>
          <a:p>
            <a:pPr rtl="0"/>
            <a:r>
              <a:rPr lang="pt-BR"/>
              <a:t>9.3 - Descoberta de vizinhos de IPv6</a:t>
            </a:r>
          </a:p>
          <a:p>
            <a:pPr rtl="0"/>
            <a:r>
              <a:rPr lang="pt-BR"/>
              <a:t>9.3.1 - Vídeo - descoberta de vizinhos IPv6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3903941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9 - Resolução de Endereços</a:t>
            </a:r>
          </a:p>
          <a:p>
            <a:pPr rtl="0"/>
            <a:r>
              <a:rPr lang="pt-BR"/>
              <a:t>9.3 - Descoberta de vizinhos de IPv6</a:t>
            </a:r>
          </a:p>
          <a:p>
            <a:pPr rtl="0"/>
            <a:r>
              <a:rPr lang="pt-BR"/>
              <a:t>9.3.2 — Mensagens de descoberta de vizinhos IPv6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0406593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9 - Resolução de Endereços</a:t>
            </a:r>
          </a:p>
          <a:p>
            <a:pPr rtl="0"/>
            <a:r>
              <a:rPr lang="pt-BR"/>
              <a:t>9.3 - Descoberta de vizinhos de IPv6</a:t>
            </a:r>
          </a:p>
          <a:p>
            <a:pPr rtl="0"/>
            <a:r>
              <a:rPr lang="pt-BR"/>
              <a:t>9.3.3 — Descoberta de Vizinhos IPv6 — Resolução de Endereços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862950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9 - Resolução de Endereços</a:t>
            </a:r>
          </a:p>
          <a:p>
            <a:pPr rtl="0"/>
            <a:r>
              <a:rPr lang="pt-BR"/>
              <a:t>9.3 - Descoberta de vizinhos de IPv6</a:t>
            </a:r>
          </a:p>
          <a:p>
            <a:pPr rtl="0"/>
            <a:r>
              <a:rPr lang="pt-BR"/>
              <a:t>9.3.4 — Packet Tracer — Descoberta de Vizinhos IPv6</a:t>
            </a:r>
          </a:p>
          <a:p>
            <a:pPr rtl="0"/>
            <a:r>
              <a:rPr lang="pt-BR"/>
              <a:t>9.3.5 — Verifique seu entendimento — Descoberta de vizinhos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  <a:t>21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5165999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>
              <a:buFontTx/>
              <a:buNone/>
            </a:pPr>
            <a:r>
              <a:rPr lang="pt-BR" sz="1200" b="0"/>
              <a:t>9 - Resolução de Endereços</a:t>
            </a:r>
          </a:p>
          <a:p>
            <a:pPr rtl="0">
              <a:buFontTx/>
              <a:buNone/>
            </a:pPr>
            <a:r>
              <a:rPr lang="pt-BR" sz="1200" b="0"/>
              <a:t>9.4 - Módulo Prática e Quiz</a:t>
            </a:r>
          </a:p>
          <a:p>
            <a:pPr>
              <a:buFontTx/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  <a:t>22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1714368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rtl="0"/>
            <a:fld id="{3997A419-355F-A04A-96E0-21643AF8E9FF}" type="slidenum">
              <a:rPr sz="800">
                <a:solidFill>
                  <a:prstClr val="black"/>
                </a:solidFill>
              </a:rPr>
              <a:pPr rtl="0"/>
              <a:t>23</a:t>
            </a:fld>
            <a:endParaRPr sz="800">
              <a:solidFill>
                <a:prstClr val="black"/>
              </a:solidFill>
            </a:endParaRPr>
          </a:p>
        </p:txBody>
      </p:sp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rtl="0"/>
            <a:r>
              <a:rPr lang="pt-BR"/>
              <a:t>9 - Resolução de Endereços</a:t>
            </a:r>
          </a:p>
          <a:p>
            <a:pPr rtl="0"/>
            <a:r>
              <a:rPr lang="pt-BR"/>
              <a:t>9.4 - Módulo Prática e Quiz</a:t>
            </a:r>
          </a:p>
          <a:p>
            <a:pPr rtl="0"/>
            <a:r>
              <a:rPr lang="pt-BR"/>
              <a:t>9.4.1 - O que eu aprendi neste módulo?</a:t>
            </a:r>
          </a:p>
          <a:p>
            <a:pPr rtl="0"/>
            <a:r>
              <a:rPr lang="pt-BR"/>
              <a:t>9.4.2 — Teste de Módulo — Resolução de Endereços</a:t>
            </a:r>
          </a:p>
        </p:txBody>
      </p:sp>
    </p:spTree>
    <p:extLst>
      <p:ext uri="{BB962C8B-B14F-4D97-AF65-F5344CB8AC3E}">
        <p14:creationId xmlns:p14="http://schemas.microsoft.com/office/powerpoint/2010/main" val="147682419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rtl="0"/>
            <a:fld id="{6C92755B-29FD-8743-9094-C0E3A734D22E}" type="slidenum">
              <a:rPr sz="800">
                <a:solidFill>
                  <a:prstClr val="black"/>
                </a:solidFill>
              </a:rPr>
              <a:pPr rtl="0"/>
              <a:t>24</a:t>
            </a:fld>
            <a:endParaRPr sz="800">
              <a:solidFill>
                <a:prstClr val="black"/>
              </a:solidFill>
            </a:endParaRPr>
          </a:p>
        </p:txBody>
      </p:sp>
      <p:sp>
        <p:nvSpPr>
          <p:cNvPr id="573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34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674291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  <a:t>25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913942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_Title Slide-animated gradient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6" name="Subtitle 2"/>
          <p:cNvSpPr>
            <a:spLocks noGrp="1"/>
          </p:cNvSpPr>
          <p:nvPr>
            <p:ph type="subTitle" idx="1"/>
          </p:nvPr>
        </p:nvSpPr>
        <p:spPr>
          <a:xfrm>
            <a:off x="469496" y="3809526"/>
            <a:ext cx="4319105" cy="288131"/>
          </a:xfrm>
          <a:prstGeom prst="rect">
            <a:avLst/>
          </a:prstGeom>
        </p:spPr>
        <p:txBody>
          <a:bodyPr lIns="91420" tIns="45710" rIns="91420" bIns="45710" anchor="b" anchorCtr="0">
            <a:noAutofit/>
          </a:bodyPr>
          <a:lstStyle>
            <a:lvl1pPr marL="0" indent="0" algn="l">
              <a:buNone/>
              <a:defRPr sz="1200" b="0" i="0">
                <a:solidFill>
                  <a:schemeClr val="accent5"/>
                </a:solidFill>
                <a:latin typeface="+mn-lt"/>
                <a:cs typeface="CiscoSans"/>
              </a:defRPr>
            </a:lvl1pPr>
            <a:lvl2pPr marL="34285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7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57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4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29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1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0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28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7" name="Text Placeholder 38"/>
          <p:cNvSpPr>
            <a:spLocks noGrp="1"/>
          </p:cNvSpPr>
          <p:nvPr>
            <p:ph type="body" sz="quarter" idx="11"/>
          </p:nvPr>
        </p:nvSpPr>
        <p:spPr>
          <a:xfrm>
            <a:off x="469496" y="4049523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5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0"/>
          <p:cNvSpPr>
            <a:spLocks noGrp="1"/>
          </p:cNvSpPr>
          <p:nvPr>
            <p:ph type="body" sz="quarter" idx="12"/>
          </p:nvPr>
        </p:nvSpPr>
        <p:spPr>
          <a:xfrm>
            <a:off x="469496" y="4289520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5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463292" y="2872236"/>
            <a:ext cx="5925246" cy="29900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>
              <a:buFont typeface="Arial" panose="020B0604020202020204" pitchFamily="34" charset="0"/>
              <a:buNone/>
              <a:defRPr sz="2000" baseline="0">
                <a:solidFill>
                  <a:schemeClr val="bg2"/>
                </a:solidFill>
                <a:latin typeface="+mj-lt"/>
              </a:defRPr>
            </a:lvl1pPr>
            <a:lvl2pPr marL="304781" indent="0">
              <a:buNone/>
              <a:defRPr/>
            </a:lvl2pPr>
            <a:lvl3pPr marL="427401" indent="0">
              <a:buNone/>
              <a:defRPr/>
            </a:lvl3pPr>
            <a:lvl4pPr marL="516694" indent="0">
              <a:buNone/>
              <a:defRPr/>
            </a:lvl4pPr>
            <a:lvl5pPr marL="601221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itle 1"/>
          <p:cNvSpPr>
            <a:spLocks noGrp="1"/>
          </p:cNvSpPr>
          <p:nvPr>
            <p:ph type="ctrTitle"/>
          </p:nvPr>
        </p:nvSpPr>
        <p:spPr>
          <a:xfrm>
            <a:off x="425765" y="2300750"/>
            <a:ext cx="5955513" cy="644730"/>
          </a:xfrm>
          <a:prstGeom prst="rect">
            <a:avLst/>
          </a:prstGeom>
        </p:spPr>
        <p:txBody>
          <a:bodyPr anchor="b"/>
          <a:lstStyle>
            <a:lvl1pPr marL="0" indent="0" algn="l">
              <a:lnSpc>
                <a:spcPct val="90000"/>
              </a:lnSpc>
              <a:buFont typeface="Arial" panose="020B0604020202020204" pitchFamily="34" charset="0"/>
              <a:buNone/>
              <a:defRPr sz="3600" b="0" i="0" spc="0" baseline="0">
                <a:solidFill>
                  <a:srgbClr val="38C6F4"/>
                </a:solidFill>
                <a:latin typeface="+mj-lt"/>
                <a:cs typeface="CiscoSans Thin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grpSp>
        <p:nvGrpSpPr>
          <p:cNvPr id="6" name="Group 4"/>
          <p:cNvGrpSpPr>
            <a:grpSpLocks noChangeAspect="1"/>
          </p:cNvGrpSpPr>
          <p:nvPr userDrawn="1"/>
        </p:nvGrpSpPr>
        <p:grpSpPr bwMode="auto">
          <a:xfrm>
            <a:off x="492125" y="395288"/>
            <a:ext cx="796924" cy="423863"/>
            <a:chOff x="310" y="249"/>
            <a:chExt cx="502" cy="267"/>
          </a:xfrm>
          <a:solidFill>
            <a:schemeClr val="accent5"/>
          </a:solidFill>
        </p:grpSpPr>
        <p:sp>
          <p:nvSpPr>
            <p:cNvPr id="9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7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8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086725553"/>
      </p:ext>
    </p:extLst>
  </p:cSld>
  <p:clrMapOvr>
    <a:masterClrMapping/>
  </p:clrMapOvr>
  <p:transition spd="slow">
    <p:wipe/>
  </p:transition>
  <p:extLst>
    <p:ext uri="{DCECCB84-F9BA-43D5-87BE-67443E8EF086}">
      <p15:sldGuideLst xmlns:p15="http://schemas.microsoft.com/office/powerpoint/2012/main">
        <p15:guide id="1" orient="horz" pos="228" userDrawn="1">
          <p15:clr>
            <a:srgbClr val="FBAE40"/>
          </p15:clr>
        </p15:guide>
        <p15:guide id="2" pos="360" userDrawn="1">
          <p15:clr>
            <a:srgbClr val="FBAE40"/>
          </p15:clr>
        </p15:guide>
        <p15:guide id="3" orient="horz" pos="518" userDrawn="1">
          <p15:clr>
            <a:srgbClr val="FBAE40"/>
          </p15:clr>
        </p15:guide>
        <p15:guide id="4" pos="812" userDrawn="1">
          <p15:clr>
            <a:srgbClr val="FBAE40"/>
          </p15:clr>
        </p15:guide>
        <p15:guide id="5" pos="311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Title Slide-animated gradient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ubtitle 2"/>
          <p:cNvSpPr>
            <a:spLocks noGrp="1"/>
          </p:cNvSpPr>
          <p:nvPr>
            <p:ph type="subTitle" idx="1"/>
          </p:nvPr>
        </p:nvSpPr>
        <p:spPr>
          <a:xfrm>
            <a:off x="469496" y="3809526"/>
            <a:ext cx="4319105" cy="288131"/>
          </a:xfrm>
          <a:prstGeom prst="rect">
            <a:avLst/>
          </a:prstGeom>
        </p:spPr>
        <p:txBody>
          <a:bodyPr lIns="91420" tIns="45710" rIns="91420" bIns="45710" anchor="b" anchorCtr="0">
            <a:noAutofit/>
          </a:bodyPr>
          <a:lstStyle>
            <a:lvl1pPr marL="0" indent="0" algn="l">
              <a:buNone/>
              <a:defRPr sz="1200" b="0" i="0">
                <a:solidFill>
                  <a:schemeClr val="accent1"/>
                </a:solidFill>
                <a:latin typeface="+mn-lt"/>
                <a:cs typeface="CiscoSans"/>
              </a:defRPr>
            </a:lvl1pPr>
            <a:lvl2pPr marL="34285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7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57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4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29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1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0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28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7" name="Text Placeholder 38"/>
          <p:cNvSpPr>
            <a:spLocks noGrp="1"/>
          </p:cNvSpPr>
          <p:nvPr>
            <p:ph type="body" sz="quarter" idx="11"/>
          </p:nvPr>
        </p:nvSpPr>
        <p:spPr>
          <a:xfrm>
            <a:off x="469496" y="4049523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1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0"/>
          <p:cNvSpPr>
            <a:spLocks noGrp="1"/>
          </p:cNvSpPr>
          <p:nvPr>
            <p:ph type="body" sz="quarter" idx="12"/>
          </p:nvPr>
        </p:nvSpPr>
        <p:spPr>
          <a:xfrm>
            <a:off x="469496" y="4289520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1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6" name="Group 4"/>
          <p:cNvGrpSpPr>
            <a:grpSpLocks noChangeAspect="1"/>
          </p:cNvGrpSpPr>
          <p:nvPr userDrawn="1"/>
        </p:nvGrpSpPr>
        <p:grpSpPr bwMode="auto">
          <a:xfrm>
            <a:off x="492125" y="395288"/>
            <a:ext cx="796924" cy="423863"/>
            <a:chOff x="310" y="249"/>
            <a:chExt cx="502" cy="267"/>
          </a:xfrm>
          <a:solidFill>
            <a:srgbClr val="004C69"/>
          </a:solidFill>
        </p:grpSpPr>
        <p:sp>
          <p:nvSpPr>
            <p:cNvPr id="9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7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8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29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463292" y="2872236"/>
            <a:ext cx="5925246" cy="29900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>
              <a:buFont typeface="Arial" panose="020B0604020202020204" pitchFamily="34" charset="0"/>
              <a:buNone/>
              <a:defRPr sz="2000" baseline="0">
                <a:solidFill>
                  <a:schemeClr val="accent1"/>
                </a:solidFill>
                <a:latin typeface="+mj-lt"/>
              </a:defRPr>
            </a:lvl1pPr>
            <a:lvl2pPr marL="304781" indent="0">
              <a:buNone/>
              <a:defRPr/>
            </a:lvl2pPr>
            <a:lvl3pPr marL="427401" indent="0">
              <a:buNone/>
              <a:defRPr/>
            </a:lvl3pPr>
            <a:lvl4pPr marL="516694" indent="0">
              <a:buNone/>
              <a:defRPr/>
            </a:lvl4pPr>
            <a:lvl5pPr marL="601221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itle 1"/>
          <p:cNvSpPr>
            <a:spLocks noGrp="1"/>
          </p:cNvSpPr>
          <p:nvPr>
            <p:ph type="ctrTitle"/>
          </p:nvPr>
        </p:nvSpPr>
        <p:spPr>
          <a:xfrm>
            <a:off x="425765" y="2300750"/>
            <a:ext cx="5955513" cy="644730"/>
          </a:xfrm>
          <a:prstGeom prst="rect">
            <a:avLst/>
          </a:prstGeom>
        </p:spPr>
        <p:txBody>
          <a:bodyPr anchor="b"/>
          <a:lstStyle>
            <a:lvl1pPr marL="0" indent="0" algn="l">
              <a:lnSpc>
                <a:spcPct val="90000"/>
              </a:lnSpc>
              <a:buFont typeface="Arial" panose="020B0604020202020204" pitchFamily="34" charset="0"/>
              <a:buNone/>
              <a:defRPr sz="3600" b="0" i="0" spc="0" baseline="0">
                <a:solidFill>
                  <a:schemeClr val="accent1"/>
                </a:solidFill>
                <a:latin typeface="+mj-lt"/>
                <a:cs typeface="CiscoSans Thin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3042546"/>
      </p:ext>
    </p:extLst>
  </p:cSld>
  <p:clrMapOvr>
    <a:masterClrMapping/>
  </p:clrMapOvr>
  <p:transition spd="slow">
    <p:wipe/>
  </p:transition>
  <p:extLst>
    <p:ext uri="{DCECCB84-F9BA-43D5-87BE-67443E8EF086}">
      <p15:sldGuideLst xmlns:p15="http://schemas.microsoft.com/office/powerpoint/2012/main">
        <p15:guide id="1" orient="horz" pos="228" userDrawn="1">
          <p15:clr>
            <a:srgbClr val="FBAE40"/>
          </p15:clr>
        </p15:guide>
        <p15:guide id="2" pos="360" userDrawn="1">
          <p15:clr>
            <a:srgbClr val="FBAE40"/>
          </p15:clr>
        </p15:guide>
        <p15:guide id="3" orient="horz" pos="518" userDrawn="1">
          <p15:clr>
            <a:srgbClr val="FBAE40"/>
          </p15:clr>
        </p15:guide>
        <p15:guide id="4" pos="812" userDrawn="1">
          <p15:clr>
            <a:srgbClr val="FBAE40"/>
          </p15:clr>
        </p15:guide>
        <p15:guide id="5" pos="311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6_Title Slide-animated gradient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Subtitle 2"/>
          <p:cNvSpPr>
            <a:spLocks noGrp="1"/>
          </p:cNvSpPr>
          <p:nvPr>
            <p:ph type="subTitle" idx="1"/>
          </p:nvPr>
        </p:nvSpPr>
        <p:spPr>
          <a:xfrm>
            <a:off x="469496" y="3809526"/>
            <a:ext cx="4319105" cy="288131"/>
          </a:xfrm>
          <a:prstGeom prst="rect">
            <a:avLst/>
          </a:prstGeom>
        </p:spPr>
        <p:txBody>
          <a:bodyPr lIns="91420" tIns="45710" rIns="91420" bIns="45710" anchor="b" anchorCtr="0">
            <a:noAutofit/>
          </a:bodyPr>
          <a:lstStyle>
            <a:lvl1pPr marL="0" indent="0" algn="l">
              <a:buNone/>
              <a:defRPr sz="1200" b="0" i="0">
                <a:solidFill>
                  <a:schemeClr val="accent5"/>
                </a:solidFill>
                <a:latin typeface="+mn-lt"/>
                <a:cs typeface="CiscoSans"/>
              </a:defRPr>
            </a:lvl1pPr>
            <a:lvl2pPr marL="34285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7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57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4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29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1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0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28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7" name="Text Placeholder 38"/>
          <p:cNvSpPr>
            <a:spLocks noGrp="1"/>
          </p:cNvSpPr>
          <p:nvPr>
            <p:ph type="body" sz="quarter" idx="11"/>
          </p:nvPr>
        </p:nvSpPr>
        <p:spPr>
          <a:xfrm>
            <a:off x="469496" y="4049523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5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0"/>
          <p:cNvSpPr>
            <a:spLocks noGrp="1"/>
          </p:cNvSpPr>
          <p:nvPr>
            <p:ph type="body" sz="quarter" idx="12"/>
          </p:nvPr>
        </p:nvSpPr>
        <p:spPr>
          <a:xfrm>
            <a:off x="469496" y="4289520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5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6" name="Group 4"/>
          <p:cNvGrpSpPr>
            <a:grpSpLocks noChangeAspect="1"/>
          </p:cNvGrpSpPr>
          <p:nvPr userDrawn="1"/>
        </p:nvGrpSpPr>
        <p:grpSpPr bwMode="auto">
          <a:xfrm>
            <a:off x="492125" y="395288"/>
            <a:ext cx="796924" cy="423863"/>
            <a:chOff x="310" y="249"/>
            <a:chExt cx="502" cy="267"/>
          </a:xfrm>
          <a:solidFill>
            <a:schemeClr val="accent5"/>
          </a:solidFill>
        </p:grpSpPr>
        <p:sp>
          <p:nvSpPr>
            <p:cNvPr id="9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7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8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29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463292" y="2872236"/>
            <a:ext cx="5925246" cy="29900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>
              <a:buFont typeface="Arial" panose="020B0604020202020204" pitchFamily="34" charset="0"/>
              <a:buNone/>
              <a:defRPr sz="2000" baseline="0">
                <a:solidFill>
                  <a:schemeClr val="bg2"/>
                </a:solidFill>
                <a:latin typeface="+mj-lt"/>
              </a:defRPr>
            </a:lvl1pPr>
            <a:lvl2pPr marL="304781" indent="0">
              <a:buNone/>
              <a:defRPr/>
            </a:lvl2pPr>
            <a:lvl3pPr marL="427401" indent="0">
              <a:buNone/>
              <a:defRPr/>
            </a:lvl3pPr>
            <a:lvl4pPr marL="516694" indent="0">
              <a:buNone/>
              <a:defRPr/>
            </a:lvl4pPr>
            <a:lvl5pPr marL="601221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itle 1"/>
          <p:cNvSpPr>
            <a:spLocks noGrp="1"/>
          </p:cNvSpPr>
          <p:nvPr>
            <p:ph type="ctrTitle"/>
          </p:nvPr>
        </p:nvSpPr>
        <p:spPr>
          <a:xfrm>
            <a:off x="425765" y="2300750"/>
            <a:ext cx="5955513" cy="644730"/>
          </a:xfrm>
          <a:prstGeom prst="rect">
            <a:avLst/>
          </a:prstGeom>
        </p:spPr>
        <p:txBody>
          <a:bodyPr anchor="b"/>
          <a:lstStyle>
            <a:lvl1pPr marL="0" indent="0" algn="l">
              <a:lnSpc>
                <a:spcPct val="90000"/>
              </a:lnSpc>
              <a:buFont typeface="Arial" panose="020B0604020202020204" pitchFamily="34" charset="0"/>
              <a:buNone/>
              <a:defRPr sz="3600" b="0" i="0" spc="0" baseline="0">
                <a:solidFill>
                  <a:srgbClr val="38C6F4"/>
                </a:solidFill>
                <a:latin typeface="+mj-lt"/>
                <a:cs typeface="CiscoSans Thin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4617842"/>
      </p:ext>
    </p:extLst>
  </p:cSld>
  <p:clrMapOvr>
    <a:masterClrMapping/>
  </p:clrMapOvr>
  <p:transition spd="slow">
    <p:wipe/>
  </p:transition>
  <p:extLst>
    <p:ext uri="{DCECCB84-F9BA-43D5-87BE-67443E8EF086}">
      <p15:sldGuideLst xmlns:p15="http://schemas.microsoft.com/office/powerpoint/2012/main">
        <p15:guide id="1" orient="horz" pos="228" userDrawn="1">
          <p15:clr>
            <a:srgbClr val="FBAE40"/>
          </p15:clr>
        </p15:guide>
        <p15:guide id="2" pos="360" userDrawn="1">
          <p15:clr>
            <a:srgbClr val="FBAE40"/>
          </p15:clr>
        </p15:guide>
        <p15:guide id="3" orient="horz" pos="518" userDrawn="1">
          <p15:clr>
            <a:srgbClr val="FBAE40"/>
          </p15:clr>
        </p15:guide>
        <p15:guide id="4" pos="812" userDrawn="1">
          <p15:clr>
            <a:srgbClr val="FBAE40"/>
          </p15:clr>
        </p15:guide>
        <p15:guide id="5" pos="311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_Segu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0"/>
            <a:ext cx="9144000" cy="5143499"/>
          </a:xfrm>
          <a:prstGeom prst="rect">
            <a:avLst/>
          </a:prstGeom>
          <a:solidFill>
            <a:srgbClr val="00394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itle 1"/>
          <p:cNvSpPr>
            <a:spLocks noGrp="1"/>
          </p:cNvSpPr>
          <p:nvPr>
            <p:ph type="ctrTitle"/>
          </p:nvPr>
        </p:nvSpPr>
        <p:spPr>
          <a:xfrm>
            <a:off x="416425" y="915409"/>
            <a:ext cx="7598042" cy="2569946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90000"/>
              </a:lnSpc>
              <a:buFont typeface="Arial" panose="020B0604020202020204" pitchFamily="34" charset="0"/>
              <a:buNone/>
              <a:defRPr sz="4600" b="0" i="0" spc="0" baseline="0">
                <a:solidFill>
                  <a:schemeClr val="accent5"/>
                </a:solidFill>
                <a:latin typeface="+mj-lt"/>
                <a:cs typeface="CiscoSans Thin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Rectangle 7"/>
          <p:cNvSpPr>
            <a:spLocks noChangeArrowheads="1"/>
          </p:cNvSpPr>
          <p:nvPr userDrawn="1"/>
        </p:nvSpPr>
        <p:spPr bwMode="ltGray">
          <a:xfrm>
            <a:off x="8515707" y="4742907"/>
            <a:ext cx="218414" cy="15451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61586" tIns="30792" rIns="61586" bIns="30792" anchor="b">
            <a:spAutoFit/>
          </a:bodyPr>
          <a:lstStyle/>
          <a:p>
            <a:pPr algn="r" defTabSz="610744" rtl="0" fontAlgn="auto">
              <a:spcBef>
                <a:spcPts val="0"/>
              </a:spcBef>
              <a:spcAft>
                <a:spcPts val="0"/>
              </a:spcAft>
              <a:defRPr/>
            </a:pPr>
            <a:fld id="{6A1E46DC-7EF6-4EA2-B285-14272867D133}" type="slidenum">
              <a:rPr sz="600">
                <a:solidFill>
                  <a:schemeClr val="accent5">
                    <a:lumMod val="50000"/>
                  </a:schemeClr>
                </a:solidFill>
                <a:latin typeface="+mn-lt"/>
                <a:ea typeface="+mn-ea"/>
                <a:cs typeface="CiscoSans Thin"/>
              </a:rPr>
              <a:pPr algn="r" defTabSz="610744" rtl="0" fontAlgn="auto">
                <a:spcBef>
                  <a:spcPts val="0"/>
                </a:spcBef>
                <a:spcAft>
                  <a:spcPts val="0"/>
                </a:spcAft>
                <a:defRPr/>
              </a:pPr>
              <a:t>‹nº›</a:t>
            </a:fld>
            <a:endParaRPr sz="600">
              <a:solidFill>
                <a:schemeClr val="accent5">
                  <a:lumMod val="50000"/>
                </a:schemeClr>
              </a:solidFill>
              <a:latin typeface="+mn-lt"/>
              <a:ea typeface="+mn-ea"/>
              <a:cs typeface="CiscoSans Thin"/>
            </a:endParaRPr>
          </a:p>
        </p:txBody>
      </p:sp>
      <p:sp>
        <p:nvSpPr>
          <p:cNvPr id="9" name="Rectangle 4"/>
          <p:cNvSpPr>
            <a:spLocks noChangeArrowheads="1"/>
          </p:cNvSpPr>
          <p:nvPr userDrawn="1"/>
        </p:nvSpPr>
        <p:spPr bwMode="ltGray">
          <a:xfrm>
            <a:off x="5867508" y="4741653"/>
            <a:ext cx="2658018" cy="1545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61586" tIns="30792" rIns="61586" bIns="30792" anchor="b">
            <a:spAutoFit/>
          </a:bodyPr>
          <a:lstStyle/>
          <a:p>
            <a:pPr defTabSz="610744" rt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sz="600">
                <a:solidFill>
                  <a:schemeClr val="accent5">
                    <a:lumMod val="50000"/>
                  </a:schemeClr>
                </a:solidFill>
                <a:latin typeface="+mn-lt"/>
                <a:ea typeface="+mn-ea"/>
                <a:cs typeface="CiscoSans Thin"/>
              </a:rPr>
              <a:t>© 2016 Cisco e/ou suas afiliadas. Todos os direitos reservados.   Confidencial da Cisco</a:t>
            </a:r>
          </a:p>
        </p:txBody>
      </p:sp>
      <p:grpSp>
        <p:nvGrpSpPr>
          <p:cNvPr id="11" name="Group 4"/>
          <p:cNvGrpSpPr>
            <a:grpSpLocks noChangeAspect="1"/>
          </p:cNvGrpSpPr>
          <p:nvPr userDrawn="1"/>
        </p:nvGrpSpPr>
        <p:grpSpPr bwMode="auto">
          <a:xfrm>
            <a:off x="508039" y="4715197"/>
            <a:ext cx="340257" cy="180974"/>
            <a:chOff x="310" y="249"/>
            <a:chExt cx="502" cy="267"/>
          </a:xfrm>
          <a:solidFill>
            <a:srgbClr val="086D8E"/>
          </a:solidFill>
        </p:grpSpPr>
        <p:sp>
          <p:nvSpPr>
            <p:cNvPr id="12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890854121"/>
      </p:ext>
    </p:extLst>
  </p:cSld>
  <p:clrMapOvr>
    <a:masterClrMapping/>
  </p:clrMapOvr>
  <p:transition spd="slow">
    <p:wip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ulti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474662" y="1347788"/>
            <a:ext cx="8280057" cy="3073946"/>
          </a:xfrm>
          <a:prstGeom prst="rect">
            <a:avLst/>
          </a:prstGeom>
        </p:spPr>
        <p:txBody>
          <a:bodyPr lIns="91420" tIns="45710" rIns="91420" bIns="45710">
            <a:noAutofit/>
          </a:bodyPr>
          <a:lstStyle>
            <a:lvl1pPr marL="285690" marR="0" indent="-285690" algn="ctr" defTabSz="45710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2000" b="0" i="0" baseline="0">
                <a:solidFill>
                  <a:schemeClr val="bg1"/>
                </a:solidFill>
                <a:latin typeface="+mn-lt"/>
                <a:cs typeface="CiscoSans ExtraLigh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itle Placeholder 5"/>
          <p:cNvSpPr>
            <a:spLocks noGrp="1"/>
          </p:cNvSpPr>
          <p:nvPr>
            <p:ph type="title"/>
          </p:nvPr>
        </p:nvSpPr>
        <p:spPr bwMode="auto">
          <a:xfrm>
            <a:off x="437766" y="341313"/>
            <a:ext cx="8345488" cy="731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rgbClr val="004C69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429679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c="http://schemas.openxmlformats.org/drawingml/2006/chart" xmlns:c15="http://schemas.microsoft.com/office/drawing/2012/chart" xmlns="">
      <p:transition xmlns:p14="http://schemas.microsoft.com/office/powerpoint/2010/main"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229121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Circled_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Oval 11"/>
          <p:cNvSpPr/>
          <p:nvPr/>
        </p:nvSpPr>
        <p:spPr>
          <a:xfrm>
            <a:off x="575610" y="2552550"/>
            <a:ext cx="698624" cy="698624"/>
          </a:xfrm>
          <a:prstGeom prst="ellipse">
            <a:avLst/>
          </a:prstGeom>
          <a:solidFill>
            <a:schemeClr val="bg2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solidFill>
                <a:srgbClr val="FFFFFF"/>
              </a:solidFill>
              <a:cs typeface="Arial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575610" y="1426607"/>
            <a:ext cx="698624" cy="698624"/>
          </a:xfrm>
          <a:prstGeom prst="ellipse">
            <a:avLst/>
          </a:prstGeom>
          <a:solidFill>
            <a:srgbClr val="00394F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bg1"/>
              </a:solidFill>
              <a:cs typeface="Arial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575610" y="3653093"/>
            <a:ext cx="698624" cy="698624"/>
          </a:xfrm>
          <a:prstGeom prst="ellipse">
            <a:avLst/>
          </a:prstGeom>
          <a:solidFill>
            <a:schemeClr val="accent5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solidFill>
                <a:srgbClr val="049FD9"/>
              </a:solidFill>
              <a:cs typeface="Arial"/>
            </a:endParaRPr>
          </a:p>
        </p:txBody>
      </p:sp>
      <p:sp>
        <p:nvSpPr>
          <p:cNvPr id="24" name="Text Placeholder 17"/>
          <p:cNvSpPr>
            <a:spLocks noGrp="1"/>
          </p:cNvSpPr>
          <p:nvPr>
            <p:ph type="body" sz="quarter" idx="13"/>
          </p:nvPr>
        </p:nvSpPr>
        <p:spPr>
          <a:xfrm>
            <a:off x="1365250" y="1432522"/>
            <a:ext cx="5473700" cy="693381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17"/>
          <p:cNvSpPr>
            <a:spLocks noGrp="1"/>
          </p:cNvSpPr>
          <p:nvPr>
            <p:ph type="body" sz="quarter" idx="14"/>
          </p:nvPr>
        </p:nvSpPr>
        <p:spPr>
          <a:xfrm>
            <a:off x="1365250" y="2557793"/>
            <a:ext cx="5473700" cy="693381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17"/>
          <p:cNvSpPr>
            <a:spLocks noGrp="1"/>
          </p:cNvSpPr>
          <p:nvPr>
            <p:ph type="body" sz="quarter" idx="15"/>
          </p:nvPr>
        </p:nvSpPr>
        <p:spPr>
          <a:xfrm>
            <a:off x="1365250" y="3653093"/>
            <a:ext cx="5473700" cy="693381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17"/>
          <p:cNvSpPr>
            <a:spLocks noGrp="1"/>
          </p:cNvSpPr>
          <p:nvPr>
            <p:ph type="body" sz="quarter" idx="17" hasCustomPrompt="1"/>
          </p:nvPr>
        </p:nvSpPr>
        <p:spPr>
          <a:xfrm>
            <a:off x="575610" y="2552550"/>
            <a:ext cx="698624" cy="693381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4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2</a:t>
            </a:r>
          </a:p>
        </p:txBody>
      </p:sp>
      <p:sp>
        <p:nvSpPr>
          <p:cNvPr id="29" name="Text Placeholder 17"/>
          <p:cNvSpPr>
            <a:spLocks noGrp="1"/>
          </p:cNvSpPr>
          <p:nvPr>
            <p:ph type="body" sz="quarter" idx="18" hasCustomPrompt="1"/>
          </p:nvPr>
        </p:nvSpPr>
        <p:spPr>
          <a:xfrm>
            <a:off x="575611" y="3651140"/>
            <a:ext cx="698624" cy="693381"/>
          </a:xfrm>
          <a:prstGeom prst="rect">
            <a:avLst/>
          </a:prstGeom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4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3</a:t>
            </a:r>
          </a:p>
        </p:txBody>
      </p:sp>
      <p:sp>
        <p:nvSpPr>
          <p:cNvPr id="13" name="Text Placeholder 17"/>
          <p:cNvSpPr>
            <a:spLocks noGrp="1"/>
          </p:cNvSpPr>
          <p:nvPr>
            <p:ph type="body" sz="quarter" idx="19" hasCustomPrompt="1"/>
          </p:nvPr>
        </p:nvSpPr>
        <p:spPr>
          <a:xfrm>
            <a:off x="575610" y="1427248"/>
            <a:ext cx="698624" cy="693381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4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053872667"/>
      </p:ext>
    </p:extLst>
  </p:cSld>
  <p:clrMapOvr>
    <a:masterClrMapping/>
  </p:clrMapOvr>
  <p:transition spd="slow">
    <p:wip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Circled_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Oval 11"/>
          <p:cNvSpPr/>
          <p:nvPr/>
        </p:nvSpPr>
        <p:spPr>
          <a:xfrm>
            <a:off x="575611" y="1979318"/>
            <a:ext cx="464815" cy="464815"/>
          </a:xfrm>
          <a:prstGeom prst="ellipse">
            <a:avLst/>
          </a:prstGeom>
          <a:solidFill>
            <a:srgbClr val="38C6F4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accent5"/>
              </a:solidFill>
              <a:cs typeface="Arial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575610" y="1328927"/>
            <a:ext cx="464815" cy="464815"/>
          </a:xfrm>
          <a:prstGeom prst="ellipse">
            <a:avLst/>
          </a:prstGeom>
          <a:solidFill>
            <a:srgbClr val="00394F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accent5"/>
              </a:solidFill>
              <a:cs typeface="Arial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575611" y="2627446"/>
            <a:ext cx="464815" cy="464815"/>
          </a:xfrm>
          <a:prstGeom prst="ellipse">
            <a:avLst/>
          </a:prstGeom>
          <a:solidFill>
            <a:schemeClr val="bg2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accent5"/>
              </a:solidFill>
              <a:cs typeface="Arial"/>
            </a:endParaRPr>
          </a:p>
        </p:txBody>
      </p:sp>
      <p:sp>
        <p:nvSpPr>
          <p:cNvPr id="24" name="Text Placeholder 17"/>
          <p:cNvSpPr>
            <a:spLocks noGrp="1"/>
          </p:cNvSpPr>
          <p:nvPr>
            <p:ph type="body" sz="quarter" idx="13"/>
          </p:nvPr>
        </p:nvSpPr>
        <p:spPr>
          <a:xfrm>
            <a:off x="1172384" y="1334842"/>
            <a:ext cx="5678748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17"/>
          <p:cNvSpPr>
            <a:spLocks noGrp="1"/>
          </p:cNvSpPr>
          <p:nvPr>
            <p:ph type="body" sz="quarter" idx="14"/>
          </p:nvPr>
        </p:nvSpPr>
        <p:spPr>
          <a:xfrm>
            <a:off x="1172385" y="1984561"/>
            <a:ext cx="5678748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17"/>
          <p:cNvSpPr>
            <a:spLocks noGrp="1"/>
          </p:cNvSpPr>
          <p:nvPr>
            <p:ph type="body" sz="quarter" idx="15"/>
          </p:nvPr>
        </p:nvSpPr>
        <p:spPr>
          <a:xfrm>
            <a:off x="1172385" y="2627446"/>
            <a:ext cx="5678748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17"/>
          <p:cNvSpPr>
            <a:spLocks noGrp="1"/>
          </p:cNvSpPr>
          <p:nvPr>
            <p:ph type="body" sz="quarter" idx="16" hasCustomPrompt="1"/>
          </p:nvPr>
        </p:nvSpPr>
        <p:spPr>
          <a:xfrm>
            <a:off x="575611" y="1327521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1</a:t>
            </a:r>
          </a:p>
        </p:txBody>
      </p:sp>
      <p:sp>
        <p:nvSpPr>
          <p:cNvPr id="28" name="Text Placeholder 17"/>
          <p:cNvSpPr>
            <a:spLocks noGrp="1"/>
          </p:cNvSpPr>
          <p:nvPr>
            <p:ph type="body" sz="quarter" idx="17" hasCustomPrompt="1"/>
          </p:nvPr>
        </p:nvSpPr>
        <p:spPr>
          <a:xfrm>
            <a:off x="575611" y="1979318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2</a:t>
            </a:r>
          </a:p>
        </p:txBody>
      </p:sp>
      <p:sp>
        <p:nvSpPr>
          <p:cNvPr id="29" name="Text Placeholder 17"/>
          <p:cNvSpPr>
            <a:spLocks noGrp="1"/>
          </p:cNvSpPr>
          <p:nvPr>
            <p:ph type="body" sz="quarter" idx="18" hasCustomPrompt="1"/>
          </p:nvPr>
        </p:nvSpPr>
        <p:spPr>
          <a:xfrm>
            <a:off x="575612" y="2625493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3</a:t>
            </a:r>
          </a:p>
        </p:txBody>
      </p:sp>
      <p:sp>
        <p:nvSpPr>
          <p:cNvPr id="13" name="Oval 12"/>
          <p:cNvSpPr/>
          <p:nvPr/>
        </p:nvSpPr>
        <p:spPr>
          <a:xfrm>
            <a:off x="575612" y="3274581"/>
            <a:ext cx="464815" cy="464815"/>
          </a:xfrm>
          <a:prstGeom prst="ellipse">
            <a:avLst/>
          </a:prstGeom>
          <a:solidFill>
            <a:schemeClr val="accent6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accent5"/>
              </a:solidFill>
              <a:cs typeface="Arial"/>
            </a:endParaRPr>
          </a:p>
        </p:txBody>
      </p:sp>
      <p:sp>
        <p:nvSpPr>
          <p:cNvPr id="14" name="Text Placeholder 17"/>
          <p:cNvSpPr>
            <a:spLocks noGrp="1"/>
          </p:cNvSpPr>
          <p:nvPr>
            <p:ph type="body" sz="quarter" idx="19"/>
          </p:nvPr>
        </p:nvSpPr>
        <p:spPr>
          <a:xfrm>
            <a:off x="1172386" y="3274581"/>
            <a:ext cx="5678748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7"/>
          <p:cNvSpPr>
            <a:spLocks noGrp="1"/>
          </p:cNvSpPr>
          <p:nvPr>
            <p:ph type="body" sz="quarter" idx="20" hasCustomPrompt="1"/>
          </p:nvPr>
        </p:nvSpPr>
        <p:spPr>
          <a:xfrm>
            <a:off x="575613" y="3272628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4</a:t>
            </a:r>
          </a:p>
        </p:txBody>
      </p:sp>
      <p:sp>
        <p:nvSpPr>
          <p:cNvPr id="17" name="Oval 16"/>
          <p:cNvSpPr/>
          <p:nvPr/>
        </p:nvSpPr>
        <p:spPr>
          <a:xfrm>
            <a:off x="575613" y="3921716"/>
            <a:ext cx="464815" cy="464815"/>
          </a:xfrm>
          <a:prstGeom prst="ellipse">
            <a:avLst/>
          </a:prstGeom>
          <a:solidFill>
            <a:srgbClr val="00394F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accent5"/>
              </a:solidFill>
              <a:cs typeface="Arial"/>
            </a:endParaRPr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21"/>
          </p:nvPr>
        </p:nvSpPr>
        <p:spPr>
          <a:xfrm>
            <a:off x="1172387" y="3921716"/>
            <a:ext cx="5678748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17"/>
          <p:cNvSpPr>
            <a:spLocks noGrp="1"/>
          </p:cNvSpPr>
          <p:nvPr>
            <p:ph type="body" sz="quarter" idx="22" hasCustomPrompt="1"/>
          </p:nvPr>
        </p:nvSpPr>
        <p:spPr>
          <a:xfrm>
            <a:off x="575614" y="3919763"/>
            <a:ext cx="464815" cy="461327"/>
          </a:xfrm>
          <a:prstGeom prst="rect">
            <a:avLst/>
          </a:prstGeom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962125011"/>
      </p:ext>
    </p:extLst>
  </p:cSld>
  <p:clrMapOvr>
    <a:masterClrMapping/>
  </p:clrMapOvr>
  <p:transition spd="slow">
    <p:wip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Circled_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04C69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2" name="Oval 41"/>
          <p:cNvSpPr/>
          <p:nvPr/>
        </p:nvSpPr>
        <p:spPr>
          <a:xfrm>
            <a:off x="575611" y="1979318"/>
            <a:ext cx="464815" cy="464815"/>
          </a:xfrm>
          <a:prstGeom prst="ellipse">
            <a:avLst/>
          </a:prstGeom>
          <a:solidFill>
            <a:srgbClr val="38C6F4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43" name="Oval 42"/>
          <p:cNvSpPr/>
          <p:nvPr/>
        </p:nvSpPr>
        <p:spPr>
          <a:xfrm>
            <a:off x="575610" y="1328927"/>
            <a:ext cx="464815" cy="464815"/>
          </a:xfrm>
          <a:prstGeom prst="ellipse">
            <a:avLst/>
          </a:prstGeom>
          <a:solidFill>
            <a:srgbClr val="00394F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rgbClr val="FFFFFF"/>
              </a:solidFill>
              <a:cs typeface="Arial"/>
            </a:endParaRPr>
          </a:p>
        </p:txBody>
      </p:sp>
      <p:sp>
        <p:nvSpPr>
          <p:cNvPr id="44" name="Oval 43"/>
          <p:cNvSpPr/>
          <p:nvPr/>
        </p:nvSpPr>
        <p:spPr>
          <a:xfrm>
            <a:off x="575611" y="2627446"/>
            <a:ext cx="464815" cy="464815"/>
          </a:xfrm>
          <a:prstGeom prst="ellipse">
            <a:avLst/>
          </a:prstGeom>
          <a:solidFill>
            <a:schemeClr val="bg2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45" name="Text Placeholder 17"/>
          <p:cNvSpPr>
            <a:spLocks noGrp="1"/>
          </p:cNvSpPr>
          <p:nvPr>
            <p:ph type="body" sz="quarter" idx="13"/>
          </p:nvPr>
        </p:nvSpPr>
        <p:spPr>
          <a:xfrm>
            <a:off x="1172384" y="1334842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17"/>
          <p:cNvSpPr>
            <a:spLocks noGrp="1"/>
          </p:cNvSpPr>
          <p:nvPr>
            <p:ph type="body" sz="quarter" idx="14"/>
          </p:nvPr>
        </p:nvSpPr>
        <p:spPr>
          <a:xfrm>
            <a:off x="1172385" y="1984561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17"/>
          <p:cNvSpPr>
            <a:spLocks noGrp="1"/>
          </p:cNvSpPr>
          <p:nvPr>
            <p:ph type="body" sz="quarter" idx="15"/>
          </p:nvPr>
        </p:nvSpPr>
        <p:spPr>
          <a:xfrm>
            <a:off x="1172385" y="2627446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17"/>
          <p:cNvSpPr>
            <a:spLocks noGrp="1"/>
          </p:cNvSpPr>
          <p:nvPr>
            <p:ph type="body" sz="quarter" idx="16" hasCustomPrompt="1"/>
          </p:nvPr>
        </p:nvSpPr>
        <p:spPr>
          <a:xfrm>
            <a:off x="575611" y="1327521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1</a:t>
            </a:r>
          </a:p>
        </p:txBody>
      </p:sp>
      <p:sp>
        <p:nvSpPr>
          <p:cNvPr id="49" name="Text Placeholder 17"/>
          <p:cNvSpPr>
            <a:spLocks noGrp="1"/>
          </p:cNvSpPr>
          <p:nvPr>
            <p:ph type="body" sz="quarter" idx="17" hasCustomPrompt="1"/>
          </p:nvPr>
        </p:nvSpPr>
        <p:spPr>
          <a:xfrm>
            <a:off x="575611" y="1979318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2</a:t>
            </a:r>
          </a:p>
        </p:txBody>
      </p:sp>
      <p:sp>
        <p:nvSpPr>
          <p:cNvPr id="50" name="Text Placeholder 17"/>
          <p:cNvSpPr>
            <a:spLocks noGrp="1"/>
          </p:cNvSpPr>
          <p:nvPr>
            <p:ph type="body" sz="quarter" idx="18" hasCustomPrompt="1"/>
          </p:nvPr>
        </p:nvSpPr>
        <p:spPr>
          <a:xfrm>
            <a:off x="575612" y="2625493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3</a:t>
            </a:r>
          </a:p>
        </p:txBody>
      </p:sp>
      <p:sp>
        <p:nvSpPr>
          <p:cNvPr id="51" name="Oval 50"/>
          <p:cNvSpPr/>
          <p:nvPr/>
        </p:nvSpPr>
        <p:spPr>
          <a:xfrm>
            <a:off x="575612" y="3274581"/>
            <a:ext cx="464815" cy="464815"/>
          </a:xfrm>
          <a:prstGeom prst="ellipse">
            <a:avLst/>
          </a:prstGeom>
          <a:solidFill>
            <a:schemeClr val="accent6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52" name="Text Placeholder 17"/>
          <p:cNvSpPr>
            <a:spLocks noGrp="1"/>
          </p:cNvSpPr>
          <p:nvPr>
            <p:ph type="body" sz="quarter" idx="19"/>
          </p:nvPr>
        </p:nvSpPr>
        <p:spPr>
          <a:xfrm>
            <a:off x="1172386" y="3274581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3" name="Text Placeholder 17"/>
          <p:cNvSpPr>
            <a:spLocks noGrp="1"/>
          </p:cNvSpPr>
          <p:nvPr>
            <p:ph type="body" sz="quarter" idx="20" hasCustomPrompt="1"/>
          </p:nvPr>
        </p:nvSpPr>
        <p:spPr>
          <a:xfrm>
            <a:off x="575613" y="3272628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4</a:t>
            </a:r>
          </a:p>
        </p:txBody>
      </p:sp>
      <p:sp>
        <p:nvSpPr>
          <p:cNvPr id="54" name="Oval 53"/>
          <p:cNvSpPr/>
          <p:nvPr/>
        </p:nvSpPr>
        <p:spPr>
          <a:xfrm>
            <a:off x="575613" y="3921716"/>
            <a:ext cx="464815" cy="464815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55" name="Text Placeholder 17"/>
          <p:cNvSpPr>
            <a:spLocks noGrp="1"/>
          </p:cNvSpPr>
          <p:nvPr>
            <p:ph type="body" sz="quarter" idx="21"/>
          </p:nvPr>
        </p:nvSpPr>
        <p:spPr>
          <a:xfrm>
            <a:off x="1172387" y="3921716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6" name="Text Placeholder 17"/>
          <p:cNvSpPr>
            <a:spLocks noGrp="1"/>
          </p:cNvSpPr>
          <p:nvPr>
            <p:ph type="body" sz="quarter" idx="22" hasCustomPrompt="1"/>
          </p:nvPr>
        </p:nvSpPr>
        <p:spPr>
          <a:xfrm>
            <a:off x="575614" y="3919763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5</a:t>
            </a:r>
          </a:p>
        </p:txBody>
      </p:sp>
      <p:sp>
        <p:nvSpPr>
          <p:cNvPr id="57" name="Oval 56"/>
          <p:cNvSpPr/>
          <p:nvPr/>
        </p:nvSpPr>
        <p:spPr>
          <a:xfrm>
            <a:off x="4414576" y="1983084"/>
            <a:ext cx="464815" cy="464815"/>
          </a:xfrm>
          <a:prstGeom prst="ellipse">
            <a:avLst/>
          </a:prstGeom>
          <a:solidFill>
            <a:schemeClr val="accent6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58" name="Oval 57"/>
          <p:cNvSpPr/>
          <p:nvPr/>
        </p:nvSpPr>
        <p:spPr>
          <a:xfrm>
            <a:off x="4414575" y="1332693"/>
            <a:ext cx="464815" cy="464815"/>
          </a:xfrm>
          <a:prstGeom prst="ellipse">
            <a:avLst/>
          </a:prstGeom>
          <a:solidFill>
            <a:srgbClr val="00394F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59" name="Oval 58"/>
          <p:cNvSpPr/>
          <p:nvPr/>
        </p:nvSpPr>
        <p:spPr>
          <a:xfrm>
            <a:off x="4414576" y="2631212"/>
            <a:ext cx="464815" cy="464815"/>
          </a:xfrm>
          <a:prstGeom prst="ellipse">
            <a:avLst/>
          </a:prstGeom>
          <a:solidFill>
            <a:schemeClr val="accent5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60" name="Text Placeholder 17"/>
          <p:cNvSpPr>
            <a:spLocks noGrp="1"/>
          </p:cNvSpPr>
          <p:nvPr>
            <p:ph type="body" sz="quarter" idx="23"/>
          </p:nvPr>
        </p:nvSpPr>
        <p:spPr>
          <a:xfrm>
            <a:off x="5011349" y="1338608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1" name="Text Placeholder 17"/>
          <p:cNvSpPr>
            <a:spLocks noGrp="1"/>
          </p:cNvSpPr>
          <p:nvPr>
            <p:ph type="body" sz="quarter" idx="24"/>
          </p:nvPr>
        </p:nvSpPr>
        <p:spPr>
          <a:xfrm>
            <a:off x="5011350" y="1988327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2" name="Text Placeholder 17"/>
          <p:cNvSpPr>
            <a:spLocks noGrp="1"/>
          </p:cNvSpPr>
          <p:nvPr>
            <p:ph type="body" sz="quarter" idx="25"/>
          </p:nvPr>
        </p:nvSpPr>
        <p:spPr>
          <a:xfrm>
            <a:off x="5011350" y="2631212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3" name="Text Placeholder 17"/>
          <p:cNvSpPr>
            <a:spLocks noGrp="1"/>
          </p:cNvSpPr>
          <p:nvPr>
            <p:ph type="body" sz="quarter" idx="26" hasCustomPrompt="1"/>
          </p:nvPr>
        </p:nvSpPr>
        <p:spPr>
          <a:xfrm>
            <a:off x="4414576" y="1331287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6</a:t>
            </a:r>
          </a:p>
        </p:txBody>
      </p:sp>
      <p:sp>
        <p:nvSpPr>
          <p:cNvPr id="64" name="Text Placeholder 17"/>
          <p:cNvSpPr>
            <a:spLocks noGrp="1"/>
          </p:cNvSpPr>
          <p:nvPr>
            <p:ph type="body" sz="quarter" idx="27" hasCustomPrompt="1"/>
          </p:nvPr>
        </p:nvSpPr>
        <p:spPr>
          <a:xfrm>
            <a:off x="4414576" y="1983084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7</a:t>
            </a:r>
          </a:p>
        </p:txBody>
      </p:sp>
      <p:sp>
        <p:nvSpPr>
          <p:cNvPr id="65" name="Text Placeholder 17"/>
          <p:cNvSpPr>
            <a:spLocks noGrp="1"/>
          </p:cNvSpPr>
          <p:nvPr>
            <p:ph type="body" sz="quarter" idx="28" hasCustomPrompt="1"/>
          </p:nvPr>
        </p:nvSpPr>
        <p:spPr>
          <a:xfrm>
            <a:off x="4414577" y="2629259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8</a:t>
            </a:r>
          </a:p>
        </p:txBody>
      </p:sp>
      <p:sp>
        <p:nvSpPr>
          <p:cNvPr id="66" name="Oval 65"/>
          <p:cNvSpPr/>
          <p:nvPr/>
        </p:nvSpPr>
        <p:spPr>
          <a:xfrm>
            <a:off x="4414577" y="3278347"/>
            <a:ext cx="464815" cy="464815"/>
          </a:xfrm>
          <a:prstGeom prst="ellipse">
            <a:avLst/>
          </a:prstGeom>
          <a:solidFill>
            <a:schemeClr val="bg2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67" name="Text Placeholder 17"/>
          <p:cNvSpPr>
            <a:spLocks noGrp="1"/>
          </p:cNvSpPr>
          <p:nvPr>
            <p:ph type="body" sz="quarter" idx="29"/>
          </p:nvPr>
        </p:nvSpPr>
        <p:spPr>
          <a:xfrm>
            <a:off x="5011351" y="3278347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8" name="Text Placeholder 17"/>
          <p:cNvSpPr>
            <a:spLocks noGrp="1"/>
          </p:cNvSpPr>
          <p:nvPr>
            <p:ph type="body" sz="quarter" idx="30" hasCustomPrompt="1"/>
          </p:nvPr>
        </p:nvSpPr>
        <p:spPr>
          <a:xfrm>
            <a:off x="4414578" y="3276394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9</a:t>
            </a:r>
          </a:p>
        </p:txBody>
      </p:sp>
      <p:sp>
        <p:nvSpPr>
          <p:cNvPr id="69" name="Oval 68"/>
          <p:cNvSpPr/>
          <p:nvPr/>
        </p:nvSpPr>
        <p:spPr>
          <a:xfrm>
            <a:off x="4414578" y="3925482"/>
            <a:ext cx="464815" cy="464815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70" name="Text Placeholder 17"/>
          <p:cNvSpPr>
            <a:spLocks noGrp="1"/>
          </p:cNvSpPr>
          <p:nvPr>
            <p:ph type="body" sz="quarter" idx="31"/>
          </p:nvPr>
        </p:nvSpPr>
        <p:spPr>
          <a:xfrm>
            <a:off x="5011352" y="3925482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1" name="Text Placeholder 17"/>
          <p:cNvSpPr>
            <a:spLocks noGrp="1"/>
          </p:cNvSpPr>
          <p:nvPr>
            <p:ph type="body" sz="quarter" idx="32" hasCustomPrompt="1"/>
          </p:nvPr>
        </p:nvSpPr>
        <p:spPr>
          <a:xfrm>
            <a:off x="4414579" y="3923529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3643099958"/>
      </p:ext>
    </p:extLst>
  </p:cSld>
  <p:clrMapOvr>
    <a:masterClrMapping/>
  </p:clrMapOvr>
  <p:transition spd="slow">
    <p:wip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Closing Slid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1"/>
            <a:ext cx="9143999" cy="5165874"/>
          </a:xfrm>
          <a:prstGeom prst="rect">
            <a:avLst/>
          </a:prstGeom>
        </p:spPr>
      </p:pic>
      <p:grpSp>
        <p:nvGrpSpPr>
          <p:cNvPr id="4" name="Group 4"/>
          <p:cNvGrpSpPr>
            <a:grpSpLocks noChangeAspect="1"/>
          </p:cNvGrpSpPr>
          <p:nvPr userDrawn="1"/>
        </p:nvGrpSpPr>
        <p:grpSpPr bwMode="auto">
          <a:xfrm>
            <a:off x="3746294" y="2129856"/>
            <a:ext cx="1617944" cy="860542"/>
            <a:chOff x="310" y="249"/>
            <a:chExt cx="502" cy="267"/>
          </a:xfrm>
          <a:solidFill>
            <a:schemeClr val="accent5"/>
          </a:solidFill>
        </p:grpSpPr>
        <p:sp>
          <p:nvSpPr>
            <p:cNvPr id="5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6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7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198843304"/>
      </p:ext>
    </p:extLst>
  </p:cSld>
  <p:clrMapOvr>
    <a:masterClrMapping/>
  </p:clrMapOvr>
  <p:transition spd="slow">
    <p:wip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losing Slid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394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4" name="Group 4"/>
          <p:cNvGrpSpPr>
            <a:grpSpLocks noChangeAspect="1"/>
          </p:cNvGrpSpPr>
          <p:nvPr userDrawn="1"/>
        </p:nvGrpSpPr>
        <p:grpSpPr bwMode="auto">
          <a:xfrm>
            <a:off x="3746294" y="2129856"/>
            <a:ext cx="1617944" cy="860542"/>
            <a:chOff x="310" y="249"/>
            <a:chExt cx="502" cy="267"/>
          </a:xfrm>
          <a:solidFill>
            <a:schemeClr val="accent5"/>
          </a:solidFill>
        </p:grpSpPr>
        <p:sp>
          <p:nvSpPr>
            <p:cNvPr id="5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6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7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47974899"/>
      </p:ext>
    </p:extLst>
  </p:cSld>
  <p:clrMapOvr>
    <a:masterClrMapping/>
  </p:clrMapOvr>
  <p:transition spd="slow">
    <p:wip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_Closing Slid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>
            <a:grpSpLocks noChangeAspect="1"/>
          </p:cNvGrpSpPr>
          <p:nvPr userDrawn="1"/>
        </p:nvGrpSpPr>
        <p:grpSpPr bwMode="auto">
          <a:xfrm>
            <a:off x="3746294" y="2129856"/>
            <a:ext cx="1617944" cy="860542"/>
            <a:chOff x="310" y="249"/>
            <a:chExt cx="502" cy="267"/>
          </a:xfrm>
          <a:solidFill>
            <a:schemeClr val="accent1">
              <a:lumMod val="75000"/>
            </a:schemeClr>
          </a:solidFill>
        </p:grpSpPr>
        <p:sp>
          <p:nvSpPr>
            <p:cNvPr id="5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6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7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851544963"/>
      </p:ext>
    </p:extLst>
  </p:cSld>
  <p:clrMapOvr>
    <a:masterClrMapping/>
  </p:clrMapOvr>
  <p:transition spd="slow">
    <p:wip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6"/>
          <p:cNvSpPr>
            <a:spLocks noGrp="1"/>
          </p:cNvSpPr>
          <p:nvPr>
            <p:ph type="sldNum" sz="quarter" idx="4"/>
          </p:nvPr>
        </p:nvSpPr>
        <p:spPr>
          <a:xfrm>
            <a:off x="8473441" y="4954263"/>
            <a:ext cx="676910" cy="1892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25">
                <a:solidFill>
                  <a:schemeClr val="tx2"/>
                </a:solidFill>
              </a:defRPr>
            </a:lvl1pPr>
          </a:lstStyle>
          <a:p>
            <a:pPr defTabSz="385763">
              <a:defRPr/>
            </a:pPr>
            <a:fld id="{2F5CCB13-0A32-4557-88E9-079F0C330695}" type="slidenum">
              <a:rPr lang="en-US" kern="0" smtClean="0">
                <a:solidFill>
                  <a:srgbClr val="595959"/>
                </a:solidFill>
              </a:rPr>
              <a:pPr defTabSz="385763">
                <a:defRPr/>
              </a:pPr>
              <a:t>‹nº›</a:t>
            </a:fld>
            <a:endParaRPr lang="en-US" kern="0" dirty="0">
              <a:solidFill>
                <a:srgbClr val="595959"/>
              </a:solidFill>
            </a:endParaRPr>
          </a:p>
        </p:txBody>
      </p:sp>
      <p:sp>
        <p:nvSpPr>
          <p:cNvPr id="5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144065" y="798944"/>
            <a:ext cx="8853286" cy="41553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182880" bIns="45720" numCol="1" anchor="t" anchorCtr="0" compatLnSpc="1">
            <a:prstTxWarp prst="textNoShape">
              <a:avLst/>
            </a:prstTxWarp>
          </a:bodyPr>
          <a:lstStyle>
            <a:lvl1pPr marL="169863" indent="-169863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>
                <a:solidFill>
                  <a:srgbClr val="000000"/>
                </a:solidFill>
              </a:defRPr>
            </a:lvl1pPr>
            <a:lvl2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>
                <a:solidFill>
                  <a:srgbClr val="000000"/>
                </a:solidFill>
              </a:defRPr>
            </a:lvl2pPr>
            <a:lvl3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>
                <a:solidFill>
                  <a:srgbClr val="000000"/>
                </a:solidFill>
              </a:defRPr>
            </a:lvl3pPr>
            <a:lvl4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>
                <a:solidFill>
                  <a:srgbClr val="000000"/>
                </a:solidFill>
              </a:defRPr>
            </a:lvl4pPr>
          </a:lstStyle>
          <a:p>
            <a:pPr lvl="0"/>
            <a:r>
              <a:rPr lang="en-US">
                <a:sym typeface="Arial" pitchFamily="34" charset="0"/>
              </a:rPr>
              <a:t>Click to edit Master text styles</a:t>
            </a:r>
          </a:p>
          <a:p>
            <a:pPr lvl="1"/>
            <a:r>
              <a:rPr lang="en-US">
                <a:sym typeface="Arial" pitchFamily="34" charset="0"/>
              </a:rPr>
              <a:t>Second level</a:t>
            </a:r>
          </a:p>
          <a:p>
            <a:pPr lvl="2"/>
            <a:r>
              <a:rPr lang="en-US">
                <a:sym typeface="Arial" pitchFamily="34" charset="0"/>
              </a:rPr>
              <a:t>Third level</a:t>
            </a:r>
          </a:p>
          <a:p>
            <a:pPr lvl="3"/>
            <a:r>
              <a:rPr lang="en-US">
                <a:sym typeface="Arial" pitchFamily="34" charset="0"/>
              </a:rPr>
              <a:t>Fourth level</a:t>
            </a:r>
          </a:p>
        </p:txBody>
      </p:sp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" y="41393"/>
            <a:ext cx="9144000" cy="7575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defRPr sz="2400"/>
            </a:lvl1pPr>
          </a:lstStyle>
          <a:p>
            <a:pPr lvl="0"/>
            <a:r>
              <a:rPr lang="en-US">
                <a:sym typeface="Arial" pitchFamily="34" charset="0"/>
              </a:rPr>
              <a:t>Click to edit Master title style</a:t>
            </a:r>
            <a:endParaRPr lang="en-US" dirty="0">
              <a:sym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7996623"/>
      </p:ext>
    </p:extLst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992501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5"/>
          <p:cNvSpPr>
            <a:spLocks noGrp="1"/>
          </p:cNvSpPr>
          <p:nvPr>
            <p:ph type="title"/>
          </p:nvPr>
        </p:nvSpPr>
        <p:spPr bwMode="auto">
          <a:xfrm>
            <a:off x="438150" y="341313"/>
            <a:ext cx="8345488" cy="731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24" tIns="45712" rIns="91424" bIns="45712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 dirty="0"/>
              <a:t>Title Goes Here</a:t>
            </a:r>
          </a:p>
        </p:txBody>
      </p:sp>
      <p:sp>
        <p:nvSpPr>
          <p:cNvPr id="12" name="Rectangle 7"/>
          <p:cNvSpPr>
            <a:spLocks noChangeArrowheads="1"/>
          </p:cNvSpPr>
          <p:nvPr/>
        </p:nvSpPr>
        <p:spPr bwMode="ltGray">
          <a:xfrm>
            <a:off x="8515707" y="4742907"/>
            <a:ext cx="218414" cy="15451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61586" tIns="30792" rIns="61586" bIns="30792" anchor="b">
            <a:spAutoFit/>
          </a:bodyPr>
          <a:lstStyle/>
          <a:p>
            <a:pPr algn="r" defTabSz="610744" rtl="0" fontAlgn="auto">
              <a:spcBef>
                <a:spcPts val="0"/>
              </a:spcBef>
              <a:spcAft>
                <a:spcPts val="0"/>
              </a:spcAft>
              <a:defRPr/>
            </a:pPr>
            <a:fld id="{6A1E46DC-7EF6-4EA2-B285-14272867D133}" type="slidenum">
              <a:rPr sz="600">
                <a:solidFill>
                  <a:schemeClr val="accent3">
                    <a:lumMod val="85000"/>
                  </a:schemeClr>
                </a:solidFill>
                <a:latin typeface="+mn-lt"/>
                <a:ea typeface="+mn-ea"/>
                <a:cs typeface="CiscoSans Thin"/>
              </a:rPr>
              <a:pPr algn="r" defTabSz="610744" rtl="0" fontAlgn="auto">
                <a:spcBef>
                  <a:spcPts val="0"/>
                </a:spcBef>
                <a:spcAft>
                  <a:spcPts val="0"/>
                </a:spcAft>
                <a:defRPr/>
              </a:pPr>
              <a:t>‹nº›</a:t>
            </a:fld>
            <a:endParaRPr sz="600">
              <a:solidFill>
                <a:schemeClr val="accent3">
                  <a:lumMod val="85000"/>
                </a:schemeClr>
              </a:solidFill>
              <a:latin typeface="+mn-lt"/>
              <a:ea typeface="+mn-ea"/>
              <a:cs typeface="CiscoSans Thin"/>
            </a:endParaRPr>
          </a:p>
        </p:txBody>
      </p:sp>
      <p:sp>
        <p:nvSpPr>
          <p:cNvPr id="13" name="Rectangle 4"/>
          <p:cNvSpPr>
            <a:spLocks noChangeArrowheads="1"/>
          </p:cNvSpPr>
          <p:nvPr/>
        </p:nvSpPr>
        <p:spPr bwMode="ltGray">
          <a:xfrm>
            <a:off x="5867508" y="4741653"/>
            <a:ext cx="2658018" cy="1545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61586" tIns="30792" rIns="61586" bIns="30792" anchor="b">
            <a:spAutoFit/>
          </a:bodyPr>
          <a:lstStyle/>
          <a:p>
            <a:pPr defTabSz="610744" rt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sz="600">
                <a:solidFill>
                  <a:schemeClr val="accent3">
                    <a:lumMod val="85000"/>
                  </a:schemeClr>
                </a:solidFill>
                <a:latin typeface="+mn-lt"/>
                <a:ea typeface="+mn-ea"/>
                <a:cs typeface="CiscoSans Thin"/>
              </a:rPr>
              <a:t>© 2016 Cisco e/ou suas afiliadas. Todos os direitos reservados.   Confidencial da Cisco</a:t>
            </a:r>
          </a:p>
        </p:txBody>
      </p:sp>
      <p:grpSp>
        <p:nvGrpSpPr>
          <p:cNvPr id="6" name="Group 4"/>
          <p:cNvGrpSpPr>
            <a:grpSpLocks noChangeAspect="1"/>
          </p:cNvGrpSpPr>
          <p:nvPr userDrawn="1"/>
        </p:nvGrpSpPr>
        <p:grpSpPr bwMode="auto">
          <a:xfrm>
            <a:off x="508039" y="4715197"/>
            <a:ext cx="340257" cy="180974"/>
            <a:chOff x="310" y="249"/>
            <a:chExt cx="502" cy="267"/>
          </a:xfrm>
          <a:solidFill>
            <a:schemeClr val="accent5"/>
          </a:solidFill>
        </p:grpSpPr>
        <p:sp>
          <p:nvSpPr>
            <p:cNvPr id="7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62" r:id="rId1"/>
    <p:sldLayoutId id="2147484013" r:id="rId2"/>
    <p:sldLayoutId id="2147484014" r:id="rId3"/>
    <p:sldLayoutId id="2147483965" r:id="rId4"/>
    <p:sldLayoutId id="2147483967" r:id="rId5"/>
    <p:sldLayoutId id="2147483995" r:id="rId6"/>
    <p:sldLayoutId id="2147484007" r:id="rId7"/>
    <p:sldLayoutId id="2147484010" r:id="rId8"/>
    <p:sldLayoutId id="2147484011" r:id="rId9"/>
    <p:sldLayoutId id="2147484015" r:id="rId10"/>
    <p:sldLayoutId id="2147483998" r:id="rId11"/>
    <p:sldLayoutId id="2147484027" r:id="rId12"/>
    <p:sldLayoutId id="2147484029" r:id="rId13"/>
    <p:sldLayoutId id="2147484031" r:id="rId14"/>
  </p:sldLayoutIdLst>
  <p:transition spd="slow">
    <p:wipe/>
  </p:transition>
  <p:txStyles>
    <p:titleStyle>
      <a:lvl1pPr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lang="en-US" sz="3200" kern="1200" dirty="0">
          <a:solidFill>
            <a:schemeClr val="accent4"/>
          </a:solidFill>
          <a:latin typeface="+mj-lt"/>
          <a:ea typeface="ＭＳ Ｐゴシック" charset="0"/>
          <a:cs typeface="CiscoSans"/>
        </a:defRPr>
      </a:lvl1pPr>
      <a:lvl2pPr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  <a:cs typeface="CiscoSans" pitchFamily="34" charset="0"/>
        </a:defRPr>
      </a:lvl2pPr>
      <a:lvl3pPr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  <a:cs typeface="CiscoSans" pitchFamily="34" charset="0"/>
        </a:defRPr>
      </a:lvl3pPr>
      <a:lvl4pPr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  <a:cs typeface="CiscoSans" pitchFamily="34" charset="0"/>
        </a:defRPr>
      </a:lvl4pPr>
      <a:lvl5pPr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  <a:cs typeface="CiscoSans" pitchFamily="34" charset="0"/>
        </a:defRPr>
      </a:lvl5pPr>
      <a:lvl6pPr marL="457200"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</a:defRPr>
      </a:lvl6pPr>
      <a:lvl7pPr marL="914400"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</a:defRPr>
      </a:lvl7pPr>
      <a:lvl8pPr marL="1371600"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</a:defRPr>
      </a:lvl8pPr>
      <a:lvl9pPr marL="1828800"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</a:defRPr>
      </a:lvl9pPr>
    </p:titleStyle>
    <p:bodyStyle>
      <a:lvl1pPr marL="169863" indent="-169863" algn="l" defTabSz="684213" rtl="0" eaLnBrk="1" fontAlgn="base" hangingPunct="1">
        <a:lnSpc>
          <a:spcPct val="95000"/>
        </a:lnSpc>
        <a:spcBef>
          <a:spcPts val="1075"/>
        </a:spcBef>
        <a:spcAft>
          <a:spcPct val="0"/>
        </a:spcAft>
        <a:buClr>
          <a:schemeClr val="tx2"/>
        </a:buClr>
        <a:buSzPct val="90000"/>
        <a:buFont typeface="Arial" charset="0"/>
        <a:buChar char="•"/>
        <a:defRPr lang="en-US" sz="1500" kern="1200" dirty="0">
          <a:solidFill>
            <a:schemeClr val="tx1"/>
          </a:solidFill>
          <a:latin typeface="+mn-lt"/>
          <a:ea typeface="ＭＳ Ｐゴシック" charset="0"/>
          <a:cs typeface="CiscoSans"/>
        </a:defRPr>
      </a:lvl1pPr>
      <a:lvl2pPr marL="358775" indent="-215900" algn="l" defTabSz="684213" rtl="0" eaLnBrk="1" fontAlgn="base" hangingPunct="1">
        <a:lnSpc>
          <a:spcPct val="95000"/>
        </a:lnSpc>
        <a:spcBef>
          <a:spcPts val="600"/>
        </a:spcBef>
        <a:spcAft>
          <a:spcPct val="0"/>
        </a:spcAft>
        <a:buClr>
          <a:schemeClr val="tx2"/>
        </a:buClr>
        <a:buFont typeface="Arial" charset="0"/>
        <a:buChar char="•"/>
        <a:defRPr lang="en-US" sz="1400" kern="1200" dirty="0">
          <a:solidFill>
            <a:schemeClr val="tx1"/>
          </a:solidFill>
          <a:latin typeface="+mn-lt"/>
          <a:ea typeface="ＭＳ Ｐゴシック" charset="0"/>
          <a:cs typeface="CiscoSans"/>
        </a:defRPr>
      </a:lvl2pPr>
      <a:lvl3pPr marL="431800" indent="-169863" algn="l" defTabSz="684213" rtl="0" eaLnBrk="1" fontAlgn="base" hangingPunct="1">
        <a:lnSpc>
          <a:spcPct val="95000"/>
        </a:lnSpc>
        <a:spcBef>
          <a:spcPts val="625"/>
        </a:spcBef>
        <a:spcAft>
          <a:spcPct val="0"/>
        </a:spcAft>
        <a:buFont typeface="Arial" charset="0"/>
        <a:buChar char="•"/>
        <a:defRPr lang="en-US" sz="1200" kern="1200" dirty="0">
          <a:solidFill>
            <a:schemeClr val="tx1"/>
          </a:solidFill>
          <a:latin typeface="+mn-lt"/>
          <a:ea typeface="ＭＳ Ｐゴシック" charset="0"/>
          <a:cs typeface="CiscoSans"/>
        </a:defRPr>
      </a:lvl3pPr>
      <a:lvl4pPr marL="503238" indent="-169863" algn="l" defTabSz="684213" rtl="0" eaLnBrk="1" fontAlgn="base" hangingPunct="1">
        <a:lnSpc>
          <a:spcPct val="95000"/>
        </a:lnSpc>
        <a:spcBef>
          <a:spcPts val="625"/>
        </a:spcBef>
        <a:spcAft>
          <a:spcPct val="0"/>
        </a:spcAft>
        <a:buFont typeface="Arial" charset="0"/>
        <a:buChar char="•"/>
        <a:defRPr lang="en-US" sz="1100" kern="1200" dirty="0">
          <a:solidFill>
            <a:schemeClr val="tx1"/>
          </a:solidFill>
          <a:latin typeface="+mn-lt"/>
          <a:ea typeface="ＭＳ Ｐゴシック" charset="0"/>
          <a:cs typeface="CiscoSans"/>
        </a:defRPr>
      </a:lvl4pPr>
      <a:lvl5pPr marL="574675" indent="-169863" algn="l" defTabSz="684213" rtl="0" eaLnBrk="1" fontAlgn="base" hangingPunct="1">
        <a:lnSpc>
          <a:spcPct val="95000"/>
        </a:lnSpc>
        <a:spcBef>
          <a:spcPts val="625"/>
        </a:spcBef>
        <a:spcAft>
          <a:spcPct val="0"/>
        </a:spcAft>
        <a:buFont typeface="Arial" charset="0"/>
        <a:buChar char="•"/>
        <a:defRPr lang="en-US" sz="1100" kern="1200" dirty="0">
          <a:solidFill>
            <a:schemeClr val="tx1"/>
          </a:solidFill>
          <a:latin typeface="+mn-lt"/>
          <a:ea typeface="ＭＳ Ｐゴシック" charset="0"/>
          <a:cs typeface="CiscoSans"/>
        </a:defRPr>
      </a:lvl5pPr>
      <a:lvl6pPr marL="863856" indent="-171445" algn="l" defTabSz="685777" rtl="0" eaLnBrk="1" latinLnBrk="0" hangingPunct="1">
        <a:spcBef>
          <a:spcPts val="600"/>
        </a:spcBef>
        <a:buFont typeface="Arial" pitchFamily="34" charset="0"/>
        <a:buChar char="•"/>
        <a:defRPr sz="9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935844" indent="-171422" algn="l" defTabSz="685777" rtl="0" eaLnBrk="1" latinLnBrk="0" hangingPunct="1">
        <a:spcBef>
          <a:spcPts val="600"/>
        </a:spcBef>
        <a:buFont typeface="Arial" pitchFamily="34" charset="0"/>
        <a:buChar char="•"/>
        <a:defRPr sz="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400220" indent="0" algn="l" defTabSz="685777" rtl="0" eaLnBrk="1" latinLnBrk="0" hangingPunct="1">
        <a:spcBef>
          <a:spcPct val="20000"/>
        </a:spcBef>
        <a:buFont typeface="Arial" pitchFamily="34" charset="0"/>
        <a:buNone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53" indent="-171445" algn="l" defTabSz="685777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886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777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65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55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41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332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400220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743110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33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8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9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ctrTitle"/>
          </p:nvPr>
        </p:nvSpPr>
        <p:spPr>
          <a:xfrm>
            <a:off x="469497" y="2316480"/>
            <a:ext cx="6672708" cy="1080143"/>
          </a:xfrm>
        </p:spPr>
        <p:txBody>
          <a:bodyPr/>
          <a:lstStyle/>
          <a:p>
            <a:pPr rtl="0"/>
            <a:r>
              <a:rPr lang="pt-BR">
                <a:solidFill>
                  <a:schemeClr val="accent5">
                    <a:lumMod val="40000"/>
                    <a:lumOff val="60000"/>
                  </a:schemeClr>
                </a:solidFill>
              </a:rPr>
              <a:t>Módulo 9: Resolução de Endereços</a:t>
            </a:r>
          </a:p>
        </p:txBody>
      </p:sp>
      <p:sp>
        <p:nvSpPr>
          <p:cNvPr id="7" name="Subtitle 6"/>
          <p:cNvSpPr>
            <a:spLocks noGrp="1"/>
          </p:cNvSpPr>
          <p:nvPr>
            <p:ph type="subTitle" idx="1"/>
          </p:nvPr>
        </p:nvSpPr>
        <p:spPr>
          <a:xfrm>
            <a:off x="469497" y="3809526"/>
            <a:ext cx="2368954" cy="902174"/>
          </a:xfrm>
        </p:spPr>
        <p:txBody>
          <a:bodyPr/>
          <a:lstStyle/>
          <a:p>
            <a:pPr rtl="0"/>
            <a:r>
              <a:rPr lang="pt-BR">
                <a:solidFill>
                  <a:schemeClr val="accent5">
                    <a:lumMod val="40000"/>
                    <a:lumOff val="60000"/>
                  </a:schemeClr>
                </a:solidFill>
              </a:rPr>
              <a:t>Introdução às redes v7.0 (ITN)</a:t>
            </a:r>
          </a:p>
          <a:p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89389863"/>
      </p:ext>
    </p:extLst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3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rtl="0" eaLnBrk="1" hangingPunct="1"/>
            <a:r>
              <a:rPr lang="pt-BR"/>
              <a:t>Objetivos do módulo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B5758CB9-E7D6-4639-ACDC-3F86DC2D2F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4511" y="821755"/>
            <a:ext cx="8012573" cy="11079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Calibri" panose="020F0502020204030204" pitchFamily="34" charset="0"/>
                <a:cs typeface="Calibri" panose="020F0502020204030204" pitchFamily="34" charset="0"/>
              </a:rPr>
              <a:t>Título do módulo: </a:t>
            </a:r>
            <a:r>
              <a:rPr kumimoji="0" lang="pt-BR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Calibri" panose="020F0502020204030204" pitchFamily="34" charset="0"/>
                <a:cs typeface="Calibri" panose="020F0502020204030204" pitchFamily="34" charset="0"/>
              </a:rPr>
              <a:t>Resolução de endereço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Calibri" panose="020F0502020204030204" pitchFamily="34" charset="0"/>
                <a:cs typeface="Calibri" panose="020F0502020204030204" pitchFamily="34" charset="0"/>
              </a:rPr>
              <a:t>Objetivo do Módulo</a:t>
            </a:r>
            <a:r>
              <a:rPr kumimoji="0" lang="pt-BR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Calibri" panose="020F0502020204030204" pitchFamily="34" charset="0"/>
                <a:cs typeface="Calibri" panose="020F0502020204030204" pitchFamily="34" charset="0"/>
              </a:rPr>
              <a:t>: Explicar como ARP e ND possibilitam a comunicação em uma rede local</a:t>
            </a:r>
            <a:r>
              <a:rPr kumimoji="0" lang="pt-BR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974E1EB-2DBE-496F-B0B0-6C44227DA4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881861"/>
              </p:ext>
            </p:extLst>
          </p:nvPr>
        </p:nvGraphicFramePr>
        <p:xfrm>
          <a:off x="349704" y="1952562"/>
          <a:ext cx="8444592" cy="152548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863924">
                  <a:extLst>
                    <a:ext uri="{9D8B030D-6E8A-4147-A177-3AD203B41FA5}">
                      <a16:colId xmlns:a16="http://schemas.microsoft.com/office/drawing/2014/main" val="1523797708"/>
                    </a:ext>
                  </a:extLst>
                </a:gridCol>
                <a:gridCol w="5580668">
                  <a:extLst>
                    <a:ext uri="{9D8B030D-6E8A-4147-A177-3AD203B41FA5}">
                      <a16:colId xmlns:a16="http://schemas.microsoft.com/office/drawing/2014/main" val="2750207184"/>
                    </a:ext>
                  </a:extLst>
                </a:gridCol>
              </a:tblGrid>
              <a:tr h="232324">
                <a:tc>
                  <a:txBody>
                    <a:bodyPr/>
                    <a:lstStyle/>
                    <a:p>
                      <a:pPr marL="0" marR="0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200">
                          <a:effectLst/>
                        </a:rPr>
                        <a:t>Título do Tópico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200">
                          <a:effectLst/>
                        </a:rPr>
                        <a:t>Objetivo do Tópico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874061904"/>
                  </a:ext>
                </a:extLst>
              </a:tr>
              <a:tr h="476951">
                <a:tc>
                  <a:txBody>
                    <a:bodyPr/>
                    <a:lstStyle/>
                    <a:p>
                      <a:pPr marL="0" marR="0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200">
                          <a:effectLst/>
                        </a:rPr>
                        <a:t>MAC e IP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200">
                          <a:solidFill>
                            <a:srgbClr val="000000"/>
                          </a:solidFill>
                          <a:effectLst/>
                        </a:rPr>
                        <a:t>Comparar as funções do endereço MAC e do endereço IP.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646858405"/>
                  </a:ext>
                </a:extLst>
              </a:tr>
              <a:tr h="339261">
                <a:tc>
                  <a:txBody>
                    <a:bodyPr/>
                    <a:lstStyle/>
                    <a:p>
                      <a:pPr marL="0" marR="0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200">
                          <a:effectLst/>
                        </a:rPr>
                        <a:t>⁪ARP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200">
                          <a:solidFill>
                            <a:srgbClr val="000000"/>
                          </a:solidFill>
                          <a:effectLst/>
                        </a:rPr>
                        <a:t>Descrever a finalidade do ARP.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435904258"/>
                  </a:ext>
                </a:extLst>
              </a:tr>
              <a:tr h="476951">
                <a:tc>
                  <a:txBody>
                    <a:bodyPr/>
                    <a:lstStyle/>
                    <a:p>
                      <a:pPr marL="0" marR="0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200">
                          <a:effectLst/>
                        </a:rPr>
                        <a:t>Descoberta de vizinho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200">
                          <a:solidFill>
                            <a:srgbClr val="000000"/>
                          </a:solidFill>
                          <a:effectLst/>
                        </a:rPr>
                        <a:t>Descrever a operação de descoberta de vizinho IPv6.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31737215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111192384"/>
      </p:ext>
    </p:extLst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6425" y="1788160"/>
            <a:ext cx="7598042" cy="929640"/>
          </a:xfrm>
        </p:spPr>
        <p:txBody>
          <a:bodyPr/>
          <a:lstStyle/>
          <a:p>
            <a:pPr rtl="0"/>
            <a:r>
              <a:rPr lang="pt-BR">
                <a:solidFill>
                  <a:schemeClr val="accent5">
                    <a:lumMod val="40000"/>
                    <a:lumOff val="60000"/>
                  </a:schemeClr>
                </a:solidFill>
              </a:rPr>
              <a:t>9.1 MAC e IP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73099643"/>
      </p:ext>
    </p:extLst>
  </p:cSld>
  <p:clrMapOvr>
    <a:masterClrMapping/>
  </p:clrMapOvr>
  <p:transition spd="slow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pPr rtl="0"/>
            <a:r>
              <a:rPr lang="pt-BR" sz="1600"/>
              <a:t>MAC e IP </a:t>
            </a:r>
            <a:br>
              <a:rPr lang="en-US" dirty="0"/>
            </a:br>
            <a:r>
              <a:rPr lang="pt-BR" sz="2400"/>
              <a:t>Destino na mesma rede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693879-5816-3444-9D50-A12F1F37F5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9109" y="731838"/>
            <a:ext cx="8532920" cy="2341300"/>
          </a:xfrm>
        </p:spPr>
        <p:txBody>
          <a:bodyPr/>
          <a:lstStyle/>
          <a:p>
            <a:pPr marL="0" indent="0" algn="l" rtl="0"/>
            <a:r>
              <a:rPr lang="pt-BR" sz="1600">
                <a:solidFill>
                  <a:srgbClr val="000000"/>
                </a:solidFill>
              </a:rPr>
              <a:t>Dois </a:t>
            </a:r>
            <a:r>
              <a:rPr lang="pt-BR" sz="1600"/>
              <a:t> </a:t>
            </a:r>
            <a:r>
              <a:rPr lang="pt-BR" sz="1600">
                <a:solidFill>
                  <a:srgbClr val="000000"/>
                </a:solidFill>
              </a:rPr>
              <a:t>endereços principais são atribuídos a um dispositivo em uma LAN Ethernet:</a:t>
            </a:r>
          </a:p>
          <a:p>
            <a:pPr marL="415985" lvl="1" indent="-342900" rtl="0">
              <a:buFont typeface="Arial" panose="020B0604020202020204" pitchFamily="34" charset="0"/>
              <a:buChar char="•"/>
            </a:pPr>
            <a:r>
              <a:rPr lang="pt-BR" sz="1600" b="1">
                <a:solidFill>
                  <a:srgbClr val="000000"/>
                </a:solidFill>
              </a:rPr>
              <a:t>Endereço físico da camada 2 (o endereço MAC)</a:t>
            </a:r>
            <a:r>
              <a:rPr lang="pt-BR" sz="1600">
                <a:solidFill>
                  <a:srgbClr val="000000"/>
                </a:solidFill>
              </a:rPr>
              <a:t> - Usado para comunicações de NIC para NIC na mesma rede Ethernet.</a:t>
            </a:r>
          </a:p>
          <a:p>
            <a:pPr marL="415985" lvl="1" indent="-342900" rtl="0">
              <a:buFont typeface="Arial" panose="020B0604020202020204" pitchFamily="34" charset="0"/>
              <a:buChar char="•"/>
            </a:pPr>
            <a:r>
              <a:rPr lang="pt-BR" sz="1600" b="1">
                <a:solidFill>
                  <a:srgbClr val="000000"/>
                </a:solidFill>
              </a:rPr>
              <a:t>Endereço lógico (o endereço IP) </a:t>
            </a:r>
            <a:r>
              <a:rPr lang="pt-BR" sz="1600">
                <a:solidFill>
                  <a:srgbClr val="000000"/>
                </a:solidFill>
              </a:rPr>
              <a:t> - Usado para enviar o pacote do dispositivo de origem para o dispositivo de destino.</a:t>
            </a:r>
            <a:r>
              <a:rPr lang="pt-BR" sz="1600" b="1">
                <a:solidFill>
                  <a:srgbClr val="000000"/>
                </a:solidFill>
              </a:rPr>
              <a:t> </a:t>
            </a:r>
          </a:p>
          <a:p>
            <a:pPr marL="73085" lvl="1" indent="0" rtl="0">
              <a:buNone/>
            </a:pPr>
            <a:r>
              <a:rPr lang="pt-BR" sz="1600">
                <a:solidFill>
                  <a:srgbClr val="000000"/>
                </a:solidFill>
              </a:rPr>
              <a:t>Endereços de camada 2 são usados para entregar quadros de uma NIC para outra NIC na mesma rede. Se o endereço IP de destino estiver na mesma rede, o endereço MAC de destino será o do dispositivo de destino.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B3295B7-4667-438E-A1A4-0A077F091E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95728" y="3157730"/>
            <a:ext cx="4352544" cy="1724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10648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c="http://schemas.openxmlformats.org/drawingml/2006/chart" xmlns:c15="http://schemas.microsoft.com/office/drawing/2012/chart" xmlns="">
      <p:transition xmlns:p14="http://schemas.microsoft.com/office/powerpoint/2010/main"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pPr rtl="0"/>
            <a:r>
              <a:rPr lang="pt-BR" sz="1600"/>
              <a:t>MAC e IP </a:t>
            </a:r>
            <a:br>
              <a:rPr lang="en-US" dirty="0"/>
            </a:br>
            <a:r>
              <a:rPr lang="pt-BR" sz="2400"/>
              <a:t>Destino na rede remota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693879-5816-3444-9D50-A12F1F37F5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9110" y="731837"/>
            <a:ext cx="8448078" cy="1589524"/>
          </a:xfrm>
        </p:spPr>
        <p:txBody>
          <a:bodyPr/>
          <a:lstStyle/>
          <a:p>
            <a:pPr marL="0" indent="0" algn="l" rtl="0"/>
            <a:r>
              <a:rPr lang="pt-BR" sz="1600">
                <a:solidFill>
                  <a:srgbClr val="000000"/>
                </a:solidFill>
              </a:rPr>
              <a:t>Quando o endereço IP de destino estiver em uma rede remota, o endereço MAC de destino será o endereço do gateway padrão do host.</a:t>
            </a:r>
          </a:p>
          <a:p>
            <a:pPr marL="415985" lvl="1" indent="-342900" rtl="0"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ARP é usado pelo IPv4 para associar o endereço IPv4 de um dispositivo ao endereço MAC da NIC do dispositivo.</a:t>
            </a:r>
          </a:p>
          <a:p>
            <a:pPr marL="415985" lvl="1" indent="-342900" rtl="0"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O ICMPv6 é usado pelo IPv6 para associar o endereço IPv6 de um dispositivo ao endereço MAC da NIC do dispositivo.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50449E9-3366-4B53-A2F7-3D40251C3E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0548" y="2321361"/>
            <a:ext cx="6481000" cy="2471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30002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c="http://schemas.openxmlformats.org/drawingml/2006/chart" xmlns:c15="http://schemas.microsoft.com/office/drawing/2012/chart" xmlns="">
      <p:transition xmlns:p14="http://schemas.microsoft.com/office/powerpoint/2010/main"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930F6F2-5F50-4815-836B-1D55C67AEC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192" y="67935"/>
            <a:ext cx="9068585" cy="731837"/>
          </a:xfrm>
        </p:spPr>
        <p:txBody>
          <a:bodyPr/>
          <a:lstStyle/>
          <a:p>
            <a:pPr rtl="0"/>
            <a:r>
              <a:rPr lang="pt-BR" sz="1600"/>
              <a:t>MAC e IP </a:t>
            </a:r>
            <a:br>
              <a:rPr lang="en-US" dirty="0"/>
            </a:br>
            <a:r>
              <a:rPr lang="pt-BR" sz="2400"/>
              <a:t>Packet Tracer – Identificar endereços MAC e IP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505AFC9-8905-4194-A13B-BB325537F0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971" y="1121544"/>
            <a:ext cx="8280057" cy="3073946"/>
          </a:xfrm>
        </p:spPr>
        <p:txBody>
          <a:bodyPr/>
          <a:lstStyle/>
          <a:p>
            <a:pPr algn="l" rtl="0"/>
            <a:r>
              <a:rPr lang="pt-BR">
                <a:solidFill>
                  <a:srgbClr val="000000"/>
                </a:solidFill>
              </a:rPr>
              <a:t>Neste Packet Tracer, você atingirá os seguintes objetivos:</a:t>
            </a:r>
          </a:p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lang="pt-BR">
                <a:solidFill>
                  <a:srgbClr val="000000"/>
                </a:solidFill>
              </a:rPr>
              <a:t>Coletar informações de PDU para comunicação de rede local</a:t>
            </a:r>
          </a:p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lang="pt-BR">
                <a:solidFill>
                  <a:srgbClr val="000000"/>
                </a:solidFill>
              </a:rPr>
              <a:t>Coletar informações de PDU para comunicação remota de rede</a:t>
            </a:r>
          </a:p>
        </p:txBody>
      </p:sp>
    </p:spTree>
    <p:extLst>
      <p:ext uri="{BB962C8B-B14F-4D97-AF65-F5344CB8AC3E}">
        <p14:creationId xmlns:p14="http://schemas.microsoft.com/office/powerpoint/2010/main" val="42259947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c="http://schemas.openxmlformats.org/drawingml/2006/chart" xmlns:c15="http://schemas.microsoft.com/office/drawing/2012/chart" xmlns="">
      <p:transition xmlns:p14="http://schemas.microsoft.com/office/powerpoint/2010/main"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6425" y="1788160"/>
            <a:ext cx="7848344" cy="929640"/>
          </a:xfrm>
        </p:spPr>
        <p:txBody>
          <a:bodyPr/>
          <a:lstStyle/>
          <a:p>
            <a:pPr rtl="0"/>
            <a:r>
              <a:rPr lang="pt-BR">
                <a:solidFill>
                  <a:schemeClr val="accent5">
                    <a:lumMod val="40000"/>
                    <a:lumOff val="60000"/>
                  </a:schemeClr>
                </a:solidFill>
              </a:rPr>
              <a:t>9.2 ARP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619359580"/>
      </p:ext>
    </p:extLst>
  </p:cSld>
  <p:clrMapOvr>
    <a:masterClrMapping/>
  </p:clrMapOvr>
  <p:transition spd="slow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pPr rtl="0"/>
            <a:r>
              <a:rPr lang="pt-BR" sz="1600"/>
              <a:t>ARP</a:t>
            </a:r>
            <a:br>
              <a:rPr lang="en-US" dirty="0"/>
            </a:br>
            <a:r>
              <a:rPr lang="pt-BR" sz="2400"/>
              <a:t>ARP Visão geral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828B5E9F-9DE2-44EC-A706-1764B80705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4662" y="844061"/>
            <a:ext cx="4187253" cy="3039781"/>
          </a:xfrm>
        </p:spPr>
        <p:txBody>
          <a:bodyPr/>
          <a:lstStyle/>
          <a:p>
            <a:pPr marL="0" indent="0" algn="l" rtl="0"/>
            <a:r>
              <a:rPr lang="pt-BR" sz="1800">
                <a:solidFill>
                  <a:srgbClr val="000000"/>
                </a:solidFill>
              </a:rPr>
              <a:t>Um dispositivo usa ARP para determinar o endereço MAC de destino de um dispositivo local quando conhece seu endereço IPv4.</a:t>
            </a:r>
          </a:p>
          <a:p>
            <a:pPr marL="0" indent="0" algn="l"/>
            <a:endParaRPr lang="en-US" sz="1800" dirty="0">
              <a:solidFill>
                <a:srgbClr val="000000"/>
              </a:solidFill>
            </a:endParaRPr>
          </a:p>
          <a:p>
            <a:pPr marL="0" indent="0" algn="l" rtl="0"/>
            <a:r>
              <a:rPr lang="pt-BR" sz="1800">
                <a:solidFill>
                  <a:srgbClr val="000000"/>
                </a:solidFill>
              </a:rPr>
              <a:t>O ARP fornece duas funções básicas:</a:t>
            </a:r>
          </a:p>
          <a:p>
            <a:pPr marL="415985" lvl="1" indent="-342900" rtl="0">
              <a:buFont typeface="Arial" panose="020B0604020202020204" pitchFamily="34" charset="0"/>
              <a:buChar char="•"/>
            </a:pPr>
            <a:r>
              <a:rPr lang="pt-BR" sz="1800">
                <a:solidFill>
                  <a:srgbClr val="000000"/>
                </a:solidFill>
              </a:rPr>
              <a:t>Resolução de endereços IPv4 em endereços MAC</a:t>
            </a:r>
          </a:p>
          <a:p>
            <a:pPr marL="415985" lvl="1" indent="-342900" rtl="0">
              <a:buFont typeface="Arial" panose="020B0604020202020204" pitchFamily="34" charset="0"/>
              <a:buChar char="•"/>
            </a:pPr>
            <a:r>
              <a:rPr lang="pt-BR" sz="1800">
                <a:solidFill>
                  <a:srgbClr val="000000"/>
                </a:solidFill>
              </a:rPr>
              <a:t>Mantendo uma tabela ARP de mapeamentos de endereços IPv4 para MAC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741986A-C605-432D-B527-C5259DB443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1915" y="844061"/>
            <a:ext cx="4079662" cy="27946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95039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c="http://schemas.openxmlformats.org/drawingml/2006/chart" xmlns:c15="http://schemas.microsoft.com/office/drawing/2012/chart" xmlns="">
      <p:transition xmlns:p14="http://schemas.microsoft.com/office/powerpoint/2010/main"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pPr rtl="0"/>
            <a:r>
              <a:rPr lang="pt-BR" sz="1600"/>
              <a:t>ARP </a:t>
            </a:r>
            <a:br>
              <a:rPr lang="en-US" dirty="0"/>
            </a:br>
            <a:r>
              <a:rPr lang="pt-BR" sz="2400"/>
              <a:t>Funções do ARP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828B5E9F-9DE2-44EC-A706-1764B80705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4662" y="844062"/>
            <a:ext cx="8280057" cy="3577672"/>
          </a:xfrm>
        </p:spPr>
        <p:txBody>
          <a:bodyPr/>
          <a:lstStyle/>
          <a:p>
            <a:pPr marL="0" indent="0" algn="l" rtl="0"/>
            <a:r>
              <a:rPr lang="pt-BR" sz="1600">
                <a:solidFill>
                  <a:srgbClr val="000000"/>
                </a:solidFill>
              </a:rPr>
              <a:t>Um dispositivo pesquisará em sua tabela ARP um endereço IPv4 destino correspondente a um endereço MAC.</a:t>
            </a:r>
          </a:p>
          <a:p>
            <a:pPr marL="415985" lvl="1" indent="-342900" rtl="0"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Se o endereço IPv4 de destino do pacote estiver na mesma rede, o dispositivo procurará na tabela ARP o endereço IPv4 de destino.</a:t>
            </a:r>
          </a:p>
          <a:p>
            <a:pPr marL="415985" lvl="1" indent="-342900" rtl="0"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Se o endereço IPv4 de destino estiver em uma rede diferente, o dispositivo procurará na tabela ARP o endereço IPv4 do gateway padrão.</a:t>
            </a:r>
          </a:p>
          <a:p>
            <a:pPr marL="415985" lvl="1" indent="-342900" rtl="0"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Se o dispositivo localizar o endereço IPv4, o endereço MAC correspondente será usado como o endereço MAC destino no quadro. </a:t>
            </a:r>
          </a:p>
          <a:p>
            <a:pPr marL="415985" lvl="1" indent="-342900" rtl="0"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Se nenhuma entrada for encontrada na tabela ARP, o dispositivo enviará uma requisição ARP.</a:t>
            </a:r>
          </a:p>
        </p:txBody>
      </p:sp>
    </p:spTree>
    <p:extLst>
      <p:ext uri="{BB962C8B-B14F-4D97-AF65-F5344CB8AC3E}">
        <p14:creationId xmlns:p14="http://schemas.microsoft.com/office/powerpoint/2010/main" val="7408956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c="http://schemas.openxmlformats.org/drawingml/2006/chart" xmlns:c15="http://schemas.microsoft.com/office/drawing/2012/chart" xmlns="">
      <p:transition xmlns:p14="http://schemas.microsoft.com/office/powerpoint/2010/main"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pPr rtl="0"/>
            <a:r>
              <a:rPr lang="pt-BR" sz="1600"/>
              <a:t>Vídeo </a:t>
            </a:r>
            <a:br>
              <a:rPr lang="en-US" dirty="0"/>
            </a:br>
            <a:r>
              <a:rPr lang="pt-BR" sz="2400"/>
              <a:t>ARP - Solicitação ARP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828B5E9F-9DE2-44EC-A706-1764B80705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4662" y="844062"/>
            <a:ext cx="8280057" cy="3577672"/>
          </a:xfrm>
        </p:spPr>
        <p:txBody>
          <a:bodyPr/>
          <a:lstStyle/>
          <a:p>
            <a:pPr marL="0" indent="0" algn="l" rtl="0"/>
            <a:r>
              <a:rPr lang="pt-BR" sz="1800">
                <a:solidFill>
                  <a:srgbClr val="000000"/>
                </a:solidFill>
              </a:rPr>
              <a:t>Este vídeo cobrirá uma solicitação ARP para um endereço MAC.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000000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000000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000000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422012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c="http://schemas.openxmlformats.org/drawingml/2006/chart" xmlns:c15="http://schemas.microsoft.com/office/drawing/2012/chart" xmlns="">
      <p:transition xmlns:p14="http://schemas.microsoft.com/office/powerpoint/2010/main"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pPr rtl="0"/>
            <a:r>
              <a:rPr lang="pt-BR" sz="1600"/>
              <a:t>Vídeo -</a:t>
            </a:r>
            <a:br>
              <a:rPr lang="en-US" dirty="0"/>
            </a:br>
            <a:r>
              <a:rPr lang="pt-BR" sz="2400"/>
              <a:t> Operação do ARP - Resposta do ARP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828B5E9F-9DE2-44EC-A706-1764B80705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4662" y="844062"/>
            <a:ext cx="8280057" cy="3577672"/>
          </a:xfrm>
        </p:spPr>
        <p:txBody>
          <a:bodyPr/>
          <a:lstStyle/>
          <a:p>
            <a:pPr marL="0" indent="0" algn="l" rtl="0"/>
            <a:r>
              <a:rPr lang="pt-BR" sz="1800">
                <a:solidFill>
                  <a:srgbClr val="000000"/>
                </a:solidFill>
              </a:rPr>
              <a:t>Este vídeo abordará uma resposta ARP em resposta a uma solicitação ARP.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000000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000000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000000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132123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c="http://schemas.openxmlformats.org/drawingml/2006/chart" xmlns:c15="http://schemas.microsoft.com/office/drawing/2012/chart" xmlns="">
      <p:transition xmlns:p14="http://schemas.microsoft.com/office/powerpoint/2010/main"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pPr rtl="0"/>
            <a:r>
              <a:rPr lang="pt-BR" sz="1600"/>
              <a:t>Vídeo </a:t>
            </a:r>
            <a:br>
              <a:rPr lang="en-US" dirty="0"/>
            </a:br>
            <a:r>
              <a:rPr lang="pt-BR" sz="2400"/>
              <a:t>ARP- Função ARP nas comunicações remotas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828B5E9F-9DE2-44EC-A706-1764B80705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4662" y="844062"/>
            <a:ext cx="8280057" cy="3577672"/>
          </a:xfrm>
        </p:spPr>
        <p:txBody>
          <a:bodyPr/>
          <a:lstStyle/>
          <a:p>
            <a:pPr marL="0" indent="0" algn="l" rtl="0"/>
            <a:r>
              <a:rPr lang="pt-BR" sz="1800">
                <a:solidFill>
                  <a:srgbClr val="000000"/>
                </a:solidFill>
              </a:rPr>
              <a:t>Este vídeo abordará como uma solicitação ARP fornecerá ao host o endereço MAC do gateway padrão.</a:t>
            </a:r>
          </a:p>
          <a:p>
            <a:pPr marL="0" indent="0" algn="l"/>
            <a:endParaRPr lang="en-US" sz="1600" dirty="0">
              <a:solidFill>
                <a:srgbClr val="000000"/>
              </a:solidFill>
            </a:endParaRPr>
          </a:p>
          <a:p>
            <a:pPr marL="0" indent="0" algn="l"/>
            <a:endParaRPr lang="en-US" sz="1600" dirty="0">
              <a:solidFill>
                <a:srgbClr val="000000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000000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310393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c="http://schemas.openxmlformats.org/drawingml/2006/chart" xmlns:c15="http://schemas.microsoft.com/office/drawing/2012/chart" xmlns="">
      <p:transition xmlns:p14="http://schemas.microsoft.com/office/powerpoint/2010/main"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pPr rtl="0"/>
            <a:r>
              <a:rPr lang="pt-BR" sz="1600"/>
              <a:t>ARP </a:t>
            </a:r>
            <a:br>
              <a:rPr lang="en-US" dirty="0"/>
            </a:br>
            <a:r>
              <a:rPr lang="pt-BR" sz="2400"/>
              <a:t>Remoção de entradas de uma tabela ARP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828B5E9F-9DE2-44EC-A706-1764B80705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4662" y="844062"/>
            <a:ext cx="8280057" cy="1134506"/>
          </a:xfrm>
        </p:spPr>
        <p:txBody>
          <a:bodyPr/>
          <a:lstStyle/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As entradas na tabela ARP não são permanentes e são removidas quando um temporizador de cache ARP expira após um período de tempo especificado.</a:t>
            </a:r>
          </a:p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A duração do timer do cache ARP varia de acordo com o sistema operacional.</a:t>
            </a:r>
          </a:p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As entradas da tabela ARP também podem ser removidas manualmente pelo administrador. </a:t>
            </a:r>
          </a:p>
          <a:p>
            <a:pPr marL="0" indent="0" algn="l"/>
            <a:endParaRPr lang="en-US" sz="1600" dirty="0">
              <a:solidFill>
                <a:srgbClr val="000000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000000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000000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>
              <a:solidFill>
                <a:srgbClr val="000000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8E1F9DB-BF06-458F-943E-47F1D80550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2584" y="2235010"/>
            <a:ext cx="4998720" cy="2678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2036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c="http://schemas.openxmlformats.org/drawingml/2006/chart" xmlns:c15="http://schemas.microsoft.com/office/drawing/2012/chart" xmlns="">
      <p:transition xmlns:p14="http://schemas.microsoft.com/office/powerpoint/2010/main"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pPr rtl="0"/>
            <a:r>
              <a:rPr lang="pt-BR" sz="1600"/>
              <a:t>ARP</a:t>
            </a:r>
            <a:br>
              <a:rPr lang="en-US" dirty="0"/>
            </a:br>
            <a:r>
              <a:rPr lang="pt-BR" sz="2400"/>
              <a:t>Tabelas ARP em dispositivos de rede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828B5E9F-9DE2-44EC-A706-1764B80705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4662" y="844062"/>
            <a:ext cx="8280057" cy="731837"/>
          </a:xfrm>
        </p:spPr>
        <p:txBody>
          <a:bodyPr/>
          <a:lstStyle/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O comando </a:t>
            </a:r>
            <a:r>
              <a:rPr lang="pt-BR" sz="1600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show ip arp</a:t>
            </a:r>
            <a:r>
              <a:rPr lang="pt-BR" sz="1600">
                <a:solidFill>
                  <a:srgbClr val="000000"/>
                </a:solidFill>
              </a:rPr>
              <a:t> exibe a tabela ARP em um roteador Cisco.</a:t>
            </a:r>
          </a:p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O comando </a:t>
            </a:r>
            <a:r>
              <a:rPr lang="pt-BR" sz="1600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arp —a</a:t>
            </a:r>
            <a:r>
              <a:rPr lang="pt-BR" sz="1600">
                <a:solidFill>
                  <a:srgbClr val="000000"/>
                </a:solidFill>
              </a:rPr>
              <a:t> exibe a tabela ARP em um PC com Windows 10.</a:t>
            </a:r>
          </a:p>
          <a:p>
            <a:pPr marL="0" indent="0" algn="l"/>
            <a:endParaRPr lang="en-US" sz="1600" dirty="0">
              <a:solidFill>
                <a:srgbClr val="000000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000000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000000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6A4B50D-6EE1-40FE-8374-1A9F3109A798}"/>
              </a:ext>
            </a:extLst>
          </p:cNvPr>
          <p:cNvSpPr txBox="1"/>
          <p:nvPr/>
        </p:nvSpPr>
        <p:spPr>
          <a:xfrm>
            <a:off x="629914" y="1756301"/>
            <a:ext cx="7715574" cy="830997"/>
          </a:xfrm>
          <a:prstGeom prst="rect">
            <a:avLst/>
          </a:prstGeom>
          <a:solidFill>
            <a:srgbClr val="000000"/>
          </a:solidFill>
        </p:spPr>
        <p:txBody>
          <a:bodyPr wrap="none" rtlCol="0">
            <a:spAutoFit/>
          </a:bodyPr>
          <a:lstStyle/>
          <a:p>
            <a:pPr rtl="0"/>
            <a:r>
              <a:rPr lang="pt-BR" sz="1200">
                <a:solidFill>
                  <a:schemeClr val="bg1"/>
                </a:solidFill>
                <a:highlight>
                  <a:srgbClr val="0000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R1# </a:t>
            </a:r>
            <a:r>
              <a:rPr lang="pt-BR" sz="1200" b="1">
                <a:solidFill>
                  <a:schemeClr val="bg1"/>
                </a:solidFill>
                <a:highlight>
                  <a:srgbClr val="0000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show ip arp </a:t>
            </a:r>
          </a:p>
          <a:p>
            <a:pPr rtl="0"/>
            <a:r>
              <a:rPr lang="pt-BR" sz="1200">
                <a:solidFill>
                  <a:schemeClr val="bg1"/>
                </a:solidFill>
                <a:highlight>
                  <a:srgbClr val="0000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Protocol Address Age (min) Hardware Addr Type Interface</a:t>
            </a:r>
          </a:p>
          <a:p>
            <a:pPr rtl="0"/>
            <a:r>
              <a:rPr lang="pt-BR" sz="1200">
                <a:solidFill>
                  <a:schemeClr val="bg1"/>
                </a:solidFill>
                <a:highlight>
                  <a:srgbClr val="0000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Internet 192.168.10.1 - a0e0.af0d.e140 ARPA GigabitEthernet0/0/0</a:t>
            </a:r>
          </a:p>
          <a:p>
            <a:endParaRPr lang="en-US" sz="1200" dirty="0">
              <a:solidFill>
                <a:schemeClr val="bg1"/>
              </a:solidFill>
              <a:highlight>
                <a:srgbClr val="000000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42B87D4-C52D-48F9-8660-B3A9C2BB16B8}"/>
              </a:ext>
            </a:extLst>
          </p:cNvPr>
          <p:cNvSpPr txBox="1"/>
          <p:nvPr/>
        </p:nvSpPr>
        <p:spPr>
          <a:xfrm>
            <a:off x="629914" y="3011424"/>
            <a:ext cx="7715574" cy="1200329"/>
          </a:xfrm>
          <a:prstGeom prst="rect">
            <a:avLst/>
          </a:prstGeom>
          <a:solidFill>
            <a:srgbClr val="000000"/>
          </a:solidFill>
        </p:spPr>
        <p:txBody>
          <a:bodyPr wrap="square" rtlCol="0">
            <a:spAutoFit/>
          </a:bodyPr>
          <a:lstStyle/>
          <a:p>
            <a:pPr rtl="0"/>
            <a:r>
              <a:rPr lang="pt-BR" sz="12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C:\Users\PC&gt; </a:t>
            </a:r>
            <a:r>
              <a:rPr lang="pt-BR" sz="1200" b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arp -a</a:t>
            </a:r>
          </a:p>
          <a:p>
            <a:pPr rtl="0"/>
            <a:r>
              <a:rPr lang="pt-BR" sz="12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</a:t>
            </a:r>
          </a:p>
          <a:p>
            <a:pPr rtl="0"/>
            <a:r>
              <a:rPr lang="pt-BR" sz="12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Interface: 192.168.1.124 — 0x10</a:t>
            </a:r>
          </a:p>
          <a:p>
            <a:pPr rtl="0"/>
            <a:r>
              <a:rPr lang="pt-BR" sz="12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Endereço de Internet Endereço Físico Tipo</a:t>
            </a:r>
          </a:p>
          <a:p>
            <a:pPr rtl="0"/>
            <a:r>
              <a:rPr lang="pt-BR" sz="12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192.168.1.1 c8-d7-19-cc-a0-86 dynamic</a:t>
            </a:r>
          </a:p>
          <a:p>
            <a:pPr rtl="0"/>
            <a:r>
              <a:rPr lang="pt-BR" sz="12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192.168.1.101 08-3e-0c-f5-f7-77 dynamic</a:t>
            </a:r>
          </a:p>
        </p:txBody>
      </p:sp>
    </p:spTree>
    <p:extLst>
      <p:ext uri="{BB962C8B-B14F-4D97-AF65-F5344CB8AC3E}">
        <p14:creationId xmlns:p14="http://schemas.microsoft.com/office/powerpoint/2010/main" val="26513258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c="http://schemas.openxmlformats.org/drawingml/2006/chart" xmlns:c15="http://schemas.microsoft.com/office/drawing/2012/chart" xmlns="">
      <p:transition xmlns:p14="http://schemas.microsoft.com/office/powerpoint/2010/main"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pPr rtl="0"/>
            <a:r>
              <a:rPr lang="pt-BR" sz="2400"/>
              <a:t>Problemas ARPARP — ARP Broadcasting e ARP Spoofing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828B5E9F-9DE2-44EC-A706-1764B80705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4662" y="844062"/>
            <a:ext cx="8280057" cy="1210981"/>
          </a:xfrm>
        </p:spPr>
        <p:txBody>
          <a:bodyPr/>
          <a:lstStyle/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As solicitações de ARP são recebidas e processadas por todos os dispositivos na rede local.</a:t>
            </a:r>
          </a:p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Transmissões de ARP excessivas podem causar alguma redução no desempenho.</a:t>
            </a:r>
          </a:p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As respostas ARP podem ser falsificadas por um ator ameaçador para realizar um ataque de envenenamento por ARP.</a:t>
            </a:r>
          </a:p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Os switches de nível corporativo incluem técnicas de mitigação para proteção contra ataques ARP.</a:t>
            </a:r>
          </a:p>
          <a:p>
            <a:pPr marL="0" indent="0" algn="l"/>
            <a:endParaRPr lang="en-US" sz="1600" dirty="0">
              <a:solidFill>
                <a:srgbClr val="000000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000000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dirty="0">
              <a:solidFill>
                <a:srgbClr val="000000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4F65C2E-4429-4EE0-B587-6BE1F19A05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8340" y="2798202"/>
            <a:ext cx="4436951" cy="2343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53052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c="http://schemas.openxmlformats.org/drawingml/2006/chart" xmlns:c15="http://schemas.microsoft.com/office/drawing/2012/chart" xmlns="">
      <p:transition xmlns:p14="http://schemas.microsoft.com/office/powerpoint/2010/main"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3">
            <a:extLst>
              <a:ext uri="{FF2B5EF4-FFF2-40B4-BE49-F238E27FC236}">
                <a16:creationId xmlns:a16="http://schemas.microsoft.com/office/drawing/2014/main" id="{E381FF45-3B65-47D1-8A90-CFC6E13DF3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7963" y="284752"/>
            <a:ext cx="9068585" cy="731837"/>
          </a:xfrm>
        </p:spPr>
        <p:txBody>
          <a:bodyPr/>
          <a:lstStyle/>
          <a:p>
            <a:pPr rtl="0"/>
            <a:r>
              <a:rPr lang="pt-BR" sz="1600"/>
              <a:t>ARP </a:t>
            </a:r>
            <a:br>
              <a:rPr lang="en-US" dirty="0"/>
            </a:br>
            <a:r>
              <a:rPr lang="pt-BR" sz="2400"/>
              <a:t>Packet Tracer – Examine a tabela ARP</a:t>
            </a:r>
          </a:p>
        </p:txBody>
      </p:sp>
      <p:sp>
        <p:nvSpPr>
          <p:cNvPr id="4" name="Content Placeholder 1">
            <a:extLst>
              <a:ext uri="{FF2B5EF4-FFF2-40B4-BE49-F238E27FC236}">
                <a16:creationId xmlns:a16="http://schemas.microsoft.com/office/drawing/2014/main" id="{C1873196-5222-45C6-8B28-9A608C2122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971" y="1149825"/>
            <a:ext cx="8280057" cy="3073946"/>
          </a:xfrm>
        </p:spPr>
        <p:txBody>
          <a:bodyPr/>
          <a:lstStyle/>
          <a:p>
            <a:pPr algn="l" rtl="0"/>
            <a:r>
              <a:rPr lang="pt-BR">
                <a:solidFill>
                  <a:srgbClr val="000000"/>
                </a:solidFill>
              </a:rPr>
              <a:t>Neste Packet Tracer, você atingirá os seguintes objetivos:</a:t>
            </a:r>
          </a:p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lang="pt-BR">
                <a:solidFill>
                  <a:srgbClr val="000000"/>
                </a:solidFill>
              </a:rPr>
              <a:t>Examinar uma Requisição ARP</a:t>
            </a:r>
          </a:p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lang="pt-BR">
                <a:solidFill>
                  <a:srgbClr val="000000"/>
                </a:solidFill>
              </a:rPr>
              <a:t>Examinar a Tabela de Endereços MAC de um Switch</a:t>
            </a:r>
          </a:p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lang="pt-BR">
                <a:solidFill>
                  <a:srgbClr val="000000"/>
                </a:solidFill>
              </a:rPr>
              <a:t>Examinar o Processo ARP em Comunicações Remotas</a:t>
            </a:r>
          </a:p>
        </p:txBody>
      </p:sp>
    </p:spTree>
    <p:extLst>
      <p:ext uri="{BB962C8B-B14F-4D97-AF65-F5344CB8AC3E}">
        <p14:creationId xmlns:p14="http://schemas.microsoft.com/office/powerpoint/2010/main" val="37545667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c="http://schemas.openxmlformats.org/drawingml/2006/chart" xmlns:c15="http://schemas.microsoft.com/office/drawing/2012/chart" xmlns="">
      <p:transition xmlns:p14="http://schemas.microsoft.com/office/powerpoint/2010/main"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6425" y="1788160"/>
            <a:ext cx="7848344" cy="929640"/>
          </a:xfrm>
        </p:spPr>
        <p:txBody>
          <a:bodyPr/>
          <a:lstStyle/>
          <a:p>
            <a:pPr rtl="0"/>
            <a:r>
              <a:rPr lang="pt-BR">
                <a:solidFill>
                  <a:schemeClr val="accent5">
                    <a:lumMod val="40000"/>
                    <a:lumOff val="60000"/>
                  </a:schemeClr>
                </a:solidFill>
              </a:rPr>
              <a:t>9.3 Cabeamento de cobre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73391011"/>
      </p:ext>
    </p:extLst>
  </p:cSld>
  <p:clrMapOvr>
    <a:masterClrMapping/>
  </p:clrMapOvr>
  <p:transition spd="slow">
    <p:wip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pPr rtl="0"/>
            <a:br>
              <a:rPr lang="en-US" dirty="0"/>
            </a:br>
            <a:r>
              <a:rPr lang="pt-BR" sz="2400"/>
              <a:t>Vídeo de descoberta de vizinhos IPv6 — Descoberta de vizinhos IPv6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828B5E9F-9DE2-44EC-A706-1764B80705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7390" y="848412"/>
            <a:ext cx="8547329" cy="3573322"/>
          </a:xfrm>
        </p:spPr>
        <p:txBody>
          <a:bodyPr/>
          <a:lstStyle/>
          <a:p>
            <a:pPr marL="0" indent="0" algn="l" rtl="0"/>
            <a:r>
              <a:rPr lang="pt-BR" sz="1800">
                <a:solidFill>
                  <a:srgbClr val="000000"/>
                </a:solidFill>
              </a:rPr>
              <a:t>Este vídeo explicará o processo de como o IPv6 executa a resolução de endereço usando a solicitação de vizinhos ICMPv6 e mensagens de anúncios de vizinhos.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562206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c="http://schemas.openxmlformats.org/drawingml/2006/chart" xmlns:c15="http://schemas.microsoft.com/office/drawing/2012/chart" xmlns="">
      <p:transition xmlns:p14="http://schemas.microsoft.com/office/powerpoint/2010/main"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pPr rtl="0"/>
            <a:r>
              <a:rPr lang="pt-BR" sz="1600"/>
              <a:t>Descoberta de vizinhos IPv6</a:t>
            </a:r>
            <a:br>
              <a:rPr lang="en-US" dirty="0"/>
            </a:br>
            <a:r>
              <a:rPr lang="pt-BR" sz="2400"/>
              <a:t> Mensagens de descoberta de vizinhos IPv6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828B5E9F-9DE2-44EC-A706-1764B80705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4662" y="844062"/>
            <a:ext cx="8280057" cy="3577672"/>
          </a:xfrm>
        </p:spPr>
        <p:txBody>
          <a:bodyPr/>
          <a:lstStyle/>
          <a:p>
            <a:pPr marL="0" indent="0" algn="l" rtl="0"/>
            <a:r>
              <a:rPr lang="pt-BR" sz="1800">
                <a:solidFill>
                  <a:srgbClr val="000000"/>
                </a:solidFill>
              </a:rPr>
              <a:t>O protocolo IPv6 Neighbor Discovery (ND) fornece:</a:t>
            </a:r>
          </a:p>
          <a:p>
            <a:pPr marL="415985" lvl="1" indent="-342900" rtl="0">
              <a:buFont typeface="Arial" panose="020B0604020202020204" pitchFamily="34" charset="0"/>
              <a:buChar char="•"/>
            </a:pPr>
            <a:r>
              <a:rPr lang="pt-BR" sz="1800">
                <a:solidFill>
                  <a:srgbClr val="000000"/>
                </a:solidFill>
              </a:rPr>
              <a:t>Resolução de endereços</a:t>
            </a:r>
          </a:p>
          <a:p>
            <a:pPr marL="415985" lvl="1" indent="-342900" rtl="0">
              <a:buFont typeface="Arial" panose="020B0604020202020204" pitchFamily="34" charset="0"/>
              <a:buChar char="•"/>
            </a:pPr>
            <a:r>
              <a:rPr lang="pt-BR" sz="1800">
                <a:solidFill>
                  <a:srgbClr val="000000"/>
                </a:solidFill>
              </a:rPr>
              <a:t>Descoberta de rotas</a:t>
            </a:r>
          </a:p>
          <a:p>
            <a:pPr marL="415985" lvl="1" indent="-342900" rtl="0">
              <a:buFont typeface="Arial" panose="020B0604020202020204" pitchFamily="34" charset="0"/>
              <a:buChar char="•"/>
            </a:pPr>
            <a:r>
              <a:rPr lang="pt-BR" sz="1800">
                <a:solidFill>
                  <a:srgbClr val="000000"/>
                </a:solidFill>
              </a:rPr>
              <a:t>Serviços de redirecionamento</a:t>
            </a:r>
          </a:p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lang="pt-BR" sz="1800">
                <a:solidFill>
                  <a:srgbClr val="000000"/>
                </a:solidFill>
              </a:rPr>
              <a:t>As mensagens ICMPv6 Neighbor Solicitation (NS) e Neighbor Advertisement (NA) são usadas para mensagens dispositivo-para-dispositivo, como resolução de endereço.</a:t>
            </a:r>
          </a:p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lang="pt-BR" sz="1800">
                <a:solidFill>
                  <a:srgbClr val="000000"/>
                </a:solidFill>
              </a:rPr>
              <a:t>As mensagens de solicitação de roteador ICMTPv6 (RS) e de anúncio de roteador (RA) são usadas para mensagens entre dispositivos e roteadores para detecção de roteador.</a:t>
            </a:r>
          </a:p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lang="pt-BR" sz="1800">
                <a:solidFill>
                  <a:srgbClr val="000000"/>
                </a:solidFill>
              </a:rPr>
              <a:t>As mensagens de redirecionamento ICMPv6 são usadas por roteadores para melhor seleção de próximo salto.</a:t>
            </a:r>
          </a:p>
        </p:txBody>
      </p:sp>
    </p:spTree>
    <p:extLst>
      <p:ext uri="{BB962C8B-B14F-4D97-AF65-F5344CB8AC3E}">
        <p14:creationId xmlns:p14="http://schemas.microsoft.com/office/powerpoint/2010/main" val="37219065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c="http://schemas.openxmlformats.org/drawingml/2006/chart" xmlns:c15="http://schemas.microsoft.com/office/drawing/2012/chart" xmlns="">
      <p:transition xmlns:p14="http://schemas.microsoft.com/office/powerpoint/2010/main"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pPr rtl="0"/>
            <a:r>
              <a:rPr lang="pt-BR" sz="1600"/>
              <a:t>Descoberta de vizinhos</a:t>
            </a:r>
            <a:br>
              <a:rPr lang="en-US" dirty="0"/>
            </a:br>
            <a:r>
              <a:rPr lang="pt-BR" sz="2400"/>
              <a:t>IPv6 IPv6 — Resolução de endereços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828B5E9F-9DE2-44EC-A706-1764B80705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50730" y="774975"/>
            <a:ext cx="3773496" cy="2728697"/>
          </a:xfrm>
        </p:spPr>
        <p:txBody>
          <a:bodyPr/>
          <a:lstStyle/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lang="pt-BR" sz="1800">
                <a:solidFill>
                  <a:srgbClr val="000000"/>
                </a:solidFill>
              </a:rPr>
              <a:t>Dispositivos IPv6 usam ND para resolver o endereço MAC de um endereço IPv6 conhecido.</a:t>
            </a:r>
          </a:p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lang="pt-BR" sz="1800">
                <a:solidFill>
                  <a:srgbClr val="000000"/>
                </a:solidFill>
              </a:rPr>
              <a:t>As mensagens de solicitação de vizinhos ICMPv6 são enviadas usando endereços de multicast Ethernet e IPv6 especiais. 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DC4A0AF-0003-44FE-BC39-5B53008F41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9247" y="899040"/>
            <a:ext cx="4776067" cy="3351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89397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c="http://schemas.openxmlformats.org/drawingml/2006/chart" xmlns:c15="http://schemas.microsoft.com/office/drawing/2012/chart" xmlns="">
      <p:transition xmlns:p14="http://schemas.microsoft.com/office/powerpoint/2010/main"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1">
            <a:extLst>
              <a:ext uri="{FF2B5EF4-FFF2-40B4-BE49-F238E27FC236}">
                <a16:creationId xmlns:a16="http://schemas.microsoft.com/office/drawing/2014/main" id="{0FB63644-4EEA-4181-89E6-657F8BF024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263" y="923582"/>
            <a:ext cx="8280057" cy="3073946"/>
          </a:xfrm>
        </p:spPr>
        <p:txBody>
          <a:bodyPr/>
          <a:lstStyle/>
          <a:p>
            <a:pPr algn="l" rtl="0"/>
            <a:r>
              <a:rPr lang="pt-BR">
                <a:solidFill>
                  <a:srgbClr val="000000"/>
                </a:solidFill>
              </a:rPr>
              <a:t>Neste Packet Tracer, você atingirá os seguintes objetivos:</a:t>
            </a:r>
          </a:p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lang="pt-BR">
                <a:solidFill>
                  <a:srgbClr val="000000"/>
                </a:solidFill>
              </a:rPr>
              <a:t>Parte 1: Rede local de descoberta de vizinhos IPv6</a:t>
            </a:r>
          </a:p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lang="pt-BR">
                <a:solidFill>
                  <a:srgbClr val="000000"/>
                </a:solidFill>
              </a:rPr>
              <a:t>Parte 2: Rede remota de descoberta de vizinhos IPv6</a:t>
            </a:r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B7E5C6E2-3BAE-4B94-9B14-1208CF2DA1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67936"/>
            <a:ext cx="9068585" cy="731837"/>
          </a:xfrm>
        </p:spPr>
        <p:txBody>
          <a:bodyPr/>
          <a:lstStyle/>
          <a:p>
            <a:pPr rtl="0"/>
            <a:r>
              <a:rPr lang="pt-BR" sz="1600"/>
              <a:t>Descobreta de Vizinhos IPv6 Packet Tracer</a:t>
            </a:r>
            <a:br>
              <a:rPr lang="en-US" dirty="0"/>
            </a:br>
            <a:r>
              <a:rPr lang="pt-BR" sz="2400"/>
              <a:t> - Descoberta de Vizinhos IPv6 </a:t>
            </a:r>
          </a:p>
        </p:txBody>
      </p:sp>
    </p:spTree>
    <p:extLst>
      <p:ext uri="{BB962C8B-B14F-4D97-AF65-F5344CB8AC3E}">
        <p14:creationId xmlns:p14="http://schemas.microsoft.com/office/powerpoint/2010/main" val="6605877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c="http://schemas.openxmlformats.org/drawingml/2006/chart" xmlns:c15="http://schemas.microsoft.com/office/drawing/2012/chart" xmlns="">
      <p:transition xmlns:p14="http://schemas.microsoft.com/office/powerpoint/2010/main"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6425" y="1747520"/>
            <a:ext cx="8280314" cy="970280"/>
          </a:xfrm>
        </p:spPr>
        <p:txBody>
          <a:bodyPr/>
          <a:lstStyle/>
          <a:p>
            <a:pPr rtl="0"/>
            <a:r>
              <a:rPr lang="pt-BR">
                <a:solidFill>
                  <a:schemeClr val="accent5">
                    <a:lumMod val="40000"/>
                    <a:lumOff val="60000"/>
                  </a:schemeClr>
                </a:solidFill>
              </a:rPr>
              <a:t>9.4 - Módulo Prática e Quiz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10599242"/>
      </p:ext>
    </p:extLst>
  </p:cSld>
  <p:clrMapOvr>
    <a:masterClrMapping/>
  </p:clrMapOvr>
  <p:transition spd="slow">
    <p:wip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rtl="0"/>
            <a:r>
              <a:rPr lang="pt-BR" sz="1400">
                <a:latin typeface="Arial" charset="0"/>
              </a:rPr>
              <a:t>Módulo Prática e Quiz</a:t>
            </a:r>
            <a:br>
              <a:rPr lang="en-US" dirty="0">
                <a:latin typeface="Arial" charset="0"/>
              </a:rPr>
            </a:br>
            <a:r>
              <a:rPr lang="pt-BR">
                <a:latin typeface="Arial" charset="0"/>
              </a:rPr>
              <a:t>O que aprendi neste módulo?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AC22E0C-A8B9-7D4B-BC8E-95F5947642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15887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BR"/>
              <a:t>Os endereços físicos da camada 2 (isto é, os endereços Ethernet Ethernet) são usados para entregar o quadro de enlace de dados com o pacote IP encapsulado de uma NIC para outra NIC na mesma rede. </a:t>
            </a:r>
          </a:p>
          <a:p>
            <a:pPr marL="115887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BR"/>
              <a:t>Se o endereço IP de destino estiver na mesma rede, o endereço MAC de destino será o do dispositivo de destino. </a:t>
            </a:r>
          </a:p>
          <a:p>
            <a:pPr marL="115887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BR"/>
              <a:t>Quando o endereço IP de destino (IPv4 ou IPv6) estiver em uma rede remota, o endereço MAC de destino será o endereço do gateway padrão do host (ou seja, a interface do roteador).</a:t>
            </a:r>
          </a:p>
          <a:p>
            <a:pPr marL="115887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BR"/>
              <a:t>Um dispositivo IPv4 usa ARP para determinar o endereço MAC de destino de um dispositivo local quando conhece seu endereço IPv4.</a:t>
            </a:r>
          </a:p>
          <a:p>
            <a:pPr marL="115887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BR"/>
              <a:t>O ARP fornece duas funções básicas: resolver endereços IPv4 para endereços MAC e manter uma tabela de mapeamentos de endereços IPv4 para MAC.</a:t>
            </a:r>
          </a:p>
          <a:p>
            <a:pPr marL="115887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BR"/>
              <a:t>Depois que a resposta do ARP é recebida, o dispositivo adiciona o endereço IPv4 e o endereço MAC correspondente à sua tabela ARP.</a:t>
            </a:r>
          </a:p>
          <a:p>
            <a:pPr marL="115887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BR"/>
              <a:t>Em cada dispositivo, um temporizador da cache ARP remove entradas ARP que não tenham sido usadas durante um determinado período.</a:t>
            </a:r>
          </a:p>
          <a:p>
            <a:pPr marL="115887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BR"/>
              <a:t>O IPv6 não usa ARP, ele usa o protocolo ND para resolver endereços MAC. </a:t>
            </a:r>
          </a:p>
          <a:p>
            <a:pPr marL="115887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BR"/>
              <a:t>Um dispositivo IPv6 usa ICMPv6 Neighbor Discovery para determinar o endereço MAC de destino de um dispositivo local quando ele conhece seu endereço IPv6.</a:t>
            </a:r>
          </a:p>
          <a:p>
            <a:pPr marL="0">
              <a:spcBef>
                <a:spcPts val="0"/>
              </a:spcBef>
              <a:spcAft>
                <a:spcPts val="0"/>
              </a:spcAft>
            </a:pPr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548999575"/>
      </p:ext>
    </p:extLst>
  </p:cSld>
  <p:clrMapOvr>
    <a:masterClrMapping/>
  </p:clrMapOvr>
  <p:transition spd="slow">
    <p:wip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Rectangle 2"/>
          <p:cNvSpPr>
            <a:spLocks noGrp="1" noChangeArrowheads="1"/>
          </p:cNvSpPr>
          <p:nvPr>
            <p:ph type="title"/>
          </p:nvPr>
        </p:nvSpPr>
        <p:spPr>
          <a:xfrm>
            <a:off x="1" y="41394"/>
            <a:ext cx="9144000" cy="609056"/>
          </a:xfrm>
        </p:spPr>
        <p:txBody>
          <a:bodyPr/>
          <a:lstStyle/>
          <a:p>
            <a:pPr rtl="0" eaLnBrk="1" hangingPunct="1"/>
            <a:r>
              <a:rPr lang="pt-BR" sz="1400">
                <a:latin typeface="Arial" charset="0"/>
              </a:rPr>
              <a:t>Module 9: Address Resolution</a:t>
            </a:r>
            <a:br>
              <a:rPr lang="en-US" dirty="0">
                <a:latin typeface="Arial" charset="0"/>
              </a:rPr>
            </a:br>
            <a:r>
              <a:rPr lang="pt-BR">
                <a:latin typeface="Arial" charset="0"/>
              </a:rPr>
              <a:t>New Terms and Commands</a:t>
            </a:r>
          </a:p>
        </p:txBody>
      </p:sp>
      <p:graphicFrame>
        <p:nvGraphicFramePr>
          <p:cNvPr id="9" name="Table 9">
            <a:extLst>
              <a:ext uri="{FF2B5EF4-FFF2-40B4-BE49-F238E27FC236}">
                <a16:creationId xmlns:a16="http://schemas.microsoft.com/office/drawing/2014/main" id="{F2480B83-AF5E-4A70-B69B-F1E3A8FAC75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96206135"/>
              </p:ext>
            </p:extLst>
          </p:nvPr>
        </p:nvGraphicFramePr>
        <p:xfrm>
          <a:off x="144463" y="798513"/>
          <a:ext cx="8853486" cy="347472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4426743">
                  <a:extLst>
                    <a:ext uri="{9D8B030D-6E8A-4147-A177-3AD203B41FA5}">
                      <a16:colId xmlns:a16="http://schemas.microsoft.com/office/drawing/2014/main" val="3270854437"/>
                    </a:ext>
                  </a:extLst>
                </a:gridCol>
                <a:gridCol w="4426743">
                  <a:extLst>
                    <a:ext uri="{9D8B030D-6E8A-4147-A177-3AD203B41FA5}">
                      <a16:colId xmlns:a16="http://schemas.microsoft.com/office/drawing/2014/main" val="198864412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285750" indent="-285750" rtl="0">
                        <a:buFont typeface="Arial" panose="020B0604020202020204" pitchFamily="34" charset="0"/>
                        <a:buChar char="•"/>
                      </a:pPr>
                      <a:r>
                        <a:rPr lang="pt-BR" sz="1600" b="0">
                          <a:solidFill>
                            <a:srgbClr val="000000"/>
                          </a:solidFill>
                        </a:rPr>
                        <a:t>Address Resolution Protocol (ARP)</a:t>
                      </a:r>
                    </a:p>
                    <a:p>
                      <a:pPr marL="285750" indent="-285750" rtl="0">
                        <a:buFont typeface="Arial" panose="020B0604020202020204" pitchFamily="34" charset="0"/>
                        <a:buChar char="•"/>
                      </a:pPr>
                      <a:r>
                        <a:rPr lang="pt-BR" sz="1600" b="0">
                          <a:solidFill>
                            <a:srgbClr val="000000"/>
                          </a:solidFill>
                        </a:rPr>
                        <a:t>ARP table</a:t>
                      </a:r>
                    </a:p>
                    <a:p>
                      <a:pPr marL="285750" indent="-285750" rtl="0">
                        <a:buFont typeface="Arial" panose="020B0604020202020204" pitchFamily="34" charset="0"/>
                        <a:buChar char="•"/>
                      </a:pPr>
                      <a:r>
                        <a:rPr lang="pt-BR" sz="1600" b="0">
                          <a:solidFill>
                            <a:srgbClr val="000000"/>
                          </a:solidFill>
                        </a:rPr>
                        <a:t>show ip arp</a:t>
                      </a:r>
                    </a:p>
                    <a:p>
                      <a:pPr marL="285750" indent="-285750" rtl="0">
                        <a:buFont typeface="Arial" panose="020B0604020202020204" pitchFamily="34" charset="0"/>
                        <a:buChar char="•"/>
                      </a:pPr>
                      <a:r>
                        <a:rPr lang="pt-BR" sz="1600" b="0">
                          <a:solidFill>
                            <a:srgbClr val="000000"/>
                          </a:solidFill>
                        </a:rPr>
                        <a:t>arpr -a</a:t>
                      </a:r>
                    </a:p>
                    <a:p>
                      <a:pPr marL="285750" indent="-285750" rtl="0">
                        <a:buFont typeface="Arial" panose="020B0604020202020204" pitchFamily="34" charset="0"/>
                        <a:buChar char="•"/>
                      </a:pPr>
                      <a:r>
                        <a:rPr lang="pt-BR" sz="1600" b="0">
                          <a:solidFill>
                            <a:srgbClr val="000000"/>
                          </a:solidFill>
                        </a:rPr>
                        <a:t>ICMPv6 Neighbor Discovery protocol (ND)</a:t>
                      </a:r>
                    </a:p>
                    <a:p>
                      <a:pPr marL="285750" indent="-285750" rtl="0">
                        <a:buFont typeface="Arial" panose="020B0604020202020204" pitchFamily="34" charset="0"/>
                        <a:buChar char="•"/>
                      </a:pPr>
                      <a:r>
                        <a:rPr lang="pt-BR" sz="1600" b="0">
                          <a:solidFill>
                            <a:srgbClr val="000000"/>
                          </a:solidFill>
                        </a:rPr>
                        <a:t>ICMPv6 Neighbor Solicitation (NS) message</a:t>
                      </a:r>
                    </a:p>
                    <a:p>
                      <a:pPr marL="285750" marR="0" lvl="0" indent="-285750" algn="l" defTabSz="6857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pt-BR" sz="1600" b="0">
                          <a:solidFill>
                            <a:srgbClr val="000000"/>
                          </a:solidFill>
                        </a:rPr>
                        <a:t>ICMPv6 Neighbor Advertisement (NA) message</a:t>
                      </a:r>
                    </a:p>
                    <a:p>
                      <a:pPr marL="285750" marR="0" lvl="0" indent="-285750" algn="l" defTabSz="6857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pt-BR" sz="1600" b="0">
                          <a:solidFill>
                            <a:srgbClr val="000000"/>
                          </a:solidFill>
                        </a:rPr>
                        <a:t>ICMPv6 Router Solicitation (RS) message</a:t>
                      </a:r>
                    </a:p>
                    <a:p>
                      <a:pPr marL="285750" marR="0" lvl="0" indent="-285750" algn="l" defTabSz="6857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pt-BR" sz="1600" b="0">
                          <a:solidFill>
                            <a:srgbClr val="000000"/>
                          </a:solidFill>
                        </a:rPr>
                        <a:t>ICMPv6 Router Advertisement (RA) message</a:t>
                      </a:r>
                    </a:p>
                    <a:p>
                      <a:pPr marL="285750" indent="-285750" rtl="0">
                        <a:buFont typeface="Arial" panose="020B0604020202020204" pitchFamily="34" charset="0"/>
                        <a:buChar char="•"/>
                      </a:pPr>
                      <a:r>
                        <a:rPr lang="pt-BR" sz="1600" b="0">
                          <a:solidFill>
                            <a:srgbClr val="000000"/>
                          </a:solidFill>
                        </a:rPr>
                        <a:t>ICMPv6 Redirect Message</a:t>
                      </a:r>
                    </a:p>
                    <a:p>
                      <a:endParaRPr lang="en-US" dirty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8796709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3271745509"/>
      </p:ext>
    </p:extLst>
  </p:cSld>
  <p:clrMapOvr>
    <a:masterClrMapping/>
  </p:clrMapOvr>
  <p:transition spd="slow">
    <p:wip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  <p:extLst>
      <p:ext uri="{BB962C8B-B14F-4D97-AF65-F5344CB8AC3E}">
        <p14:creationId xmlns:p14="http://schemas.microsoft.com/office/powerpoint/2010/main" val="4190828277"/>
      </p:ext>
    </p:extLst>
  </p:cSld>
  <p:clrMapOvr>
    <a:masterClrMapping/>
  </p:clrMapOvr>
  <p:transition spd="slow">
    <p:wip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COUNT" val="65"/>
  <p:tag name="ARTICULATE_PROJECT_OPEN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Default Theme">
  <a:themeElements>
    <a:clrScheme name="Custom 6">
      <a:dk1>
        <a:srgbClr val="58585B"/>
      </a:dk1>
      <a:lt1>
        <a:srgbClr val="FFFFFF"/>
      </a:lt1>
      <a:dk2>
        <a:srgbClr val="58585B"/>
      </a:dk2>
      <a:lt2>
        <a:srgbClr val="81C569"/>
      </a:lt2>
      <a:accent1>
        <a:srgbClr val="004C69"/>
      </a:accent1>
      <a:accent2>
        <a:srgbClr val="9E0B0F"/>
      </a:accent2>
      <a:accent3>
        <a:srgbClr val="FFFFFF"/>
      </a:accent3>
      <a:accent4>
        <a:srgbClr val="367187"/>
      </a:accent4>
      <a:accent5>
        <a:srgbClr val="38C6F4"/>
      </a:accent5>
      <a:accent6>
        <a:srgbClr val="FBAB18"/>
      </a:accent6>
      <a:hlink>
        <a:srgbClr val="38C6F4"/>
      </a:hlink>
      <a:folHlink>
        <a:srgbClr val="81C569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36A4D7"/>
        </a:solidFill>
        <a:ln>
          <a:noFill/>
        </a:ln>
        <a:effectLst/>
      </a:spPr>
      <a:bodyPr rtlCol="0" anchor="ctr"/>
      <a:lstStyle>
        <a:defPPr algn="ctr"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ITE7_Chp1_Example-1" id="{4A20ED44-3835-F149-9AE4-C332C230E09E}" vid="{AFB5BC48-58F8-AD45-912F-AE2AD65EB6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9334</TotalTime>
  <Words>1771</Words>
  <Application>Microsoft Office PowerPoint</Application>
  <PresentationFormat>Apresentação na tela (16:9)</PresentationFormat>
  <Paragraphs>217</Paragraphs>
  <Slides>25</Slides>
  <Notes>25</Notes>
  <HiddenSlides>1</HiddenSlides>
  <MMClips>0</MMClips>
  <ScaleCrop>false</ScaleCrop>
  <HeadingPairs>
    <vt:vector size="6" baseType="variant">
      <vt:variant>
        <vt:lpstr>Fontes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25</vt:i4>
      </vt:variant>
    </vt:vector>
  </HeadingPairs>
  <TitlesOfParts>
    <vt:vector size="34" baseType="lpstr">
      <vt:lpstr>ＭＳ Ｐゴシック</vt:lpstr>
      <vt:lpstr>Arial</vt:lpstr>
      <vt:lpstr>Calibri</vt:lpstr>
      <vt:lpstr>CiscoSans</vt:lpstr>
      <vt:lpstr>CiscoSans ExtraLight</vt:lpstr>
      <vt:lpstr>CiscoSans Thin</vt:lpstr>
      <vt:lpstr>Courier New</vt:lpstr>
      <vt:lpstr>Wingdings</vt:lpstr>
      <vt:lpstr>Default Theme</vt:lpstr>
      <vt:lpstr>Módulo 9: Resolução de Endereços</vt:lpstr>
      <vt:lpstr>Objetivos do módulo</vt:lpstr>
      <vt:lpstr>9.1 MAC e IP</vt:lpstr>
      <vt:lpstr>MAC e IP  Destino na mesma rede</vt:lpstr>
      <vt:lpstr>MAC e IP  Destino na rede remota</vt:lpstr>
      <vt:lpstr>MAC e IP  Packet Tracer – Identificar endereços MAC e IP</vt:lpstr>
      <vt:lpstr>9.2 ARP</vt:lpstr>
      <vt:lpstr>ARP ARP Visão geral</vt:lpstr>
      <vt:lpstr>ARP  Funções do ARP</vt:lpstr>
      <vt:lpstr>Vídeo  ARP - Solicitação ARP</vt:lpstr>
      <vt:lpstr>Vídeo -  Operação do ARP - Resposta do ARP</vt:lpstr>
      <vt:lpstr>Vídeo  ARP- Função ARP nas comunicações remotas</vt:lpstr>
      <vt:lpstr>ARP  Remoção de entradas de uma tabela ARP</vt:lpstr>
      <vt:lpstr>ARP Tabelas ARP em dispositivos de rede</vt:lpstr>
      <vt:lpstr>Problemas ARPARP — ARP Broadcasting e ARP Spoofing</vt:lpstr>
      <vt:lpstr>ARP  Packet Tracer – Examine a tabela ARP</vt:lpstr>
      <vt:lpstr>9.3 Cabeamento de cobre</vt:lpstr>
      <vt:lpstr> Vídeo de descoberta de vizinhos IPv6 — Descoberta de vizinhos IPv6</vt:lpstr>
      <vt:lpstr>Descoberta de vizinhos IPv6  Mensagens de descoberta de vizinhos IPv6</vt:lpstr>
      <vt:lpstr>Descoberta de vizinhos IPv6 IPv6 — Resolução de endereços</vt:lpstr>
      <vt:lpstr>Descobreta de Vizinhos IPv6 Packet Tracer  - Descoberta de Vizinhos IPv6 </vt:lpstr>
      <vt:lpstr>9.4 - Módulo Prática e Quiz</vt:lpstr>
      <vt:lpstr>Módulo Prática e Quiz O que aprendi neste módulo?</vt:lpstr>
      <vt:lpstr>Module 9: Address Resolution New Terms and Commands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2: Basic Switch and End Device Configuration</dc:title>
  <dc:creator>Stephanie Harvey</dc:creator>
  <cp:lastModifiedBy>ISMAEL MOURA PAREDE</cp:lastModifiedBy>
  <cp:revision>250</cp:revision>
  <dcterms:created xsi:type="dcterms:W3CDTF">2019-10-18T06:21:22Z</dcterms:created>
  <dcterms:modified xsi:type="dcterms:W3CDTF">2025-10-11T00:28:35Z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Offisync_ProviderInitializationData">
    <vt:lpwstr>https://cisco.jiveon.com</vt:lpwstr>
  </property>
  <property fmtid="{D5CDD505-2E9C-101B-9397-08002B2CF9AE}" pid="3" name="Offisync_UpdateToken">
    <vt:lpwstr>1</vt:lpwstr>
  </property>
  <property fmtid="{D5CDD505-2E9C-101B-9397-08002B2CF9AE}" pid="4" name="Offisync_ServerID">
    <vt:lpwstr>07841bbc-cd3c-4a76-827f-75a2226890f4</vt:lpwstr>
  </property>
  <property fmtid="{D5CDD505-2E9C-101B-9397-08002B2CF9AE}" pid="5" name="Offisync_UniqueId">
    <vt:lpwstr>1702406</vt:lpwstr>
  </property>
  <property fmtid="{D5CDD505-2E9C-101B-9397-08002B2CF9AE}" pid="6" name="Jive_VersionGuid">
    <vt:lpwstr>fd96a0b3-f68d-4727-8e4f-2128d37ed30a</vt:lpwstr>
  </property>
  <property fmtid="{D5CDD505-2E9C-101B-9397-08002B2CF9AE}" pid="7" name="Jive_LatestUserAccountName">
    <vt:lpwstr>alljohns</vt:lpwstr>
  </property>
  <property fmtid="{D5CDD505-2E9C-101B-9397-08002B2CF9AE}" pid="8" name="ArticulateGUID">
    <vt:lpwstr>F9A496F7-57D7-4028-9572-D40DFDF3715A</vt:lpwstr>
  </property>
  <property fmtid="{D5CDD505-2E9C-101B-9397-08002B2CF9AE}" pid="9" name="ArticulatePath">
    <vt:lpwstr>ITE7_Chp9_by_jg</vt:lpwstr>
  </property>
</Properties>
</file>