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9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3566160" y="41605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4389120"/>
            <a:ext cx="2194560" cy="0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4206240"/>
            <a:ext cx="384048" cy="384048"/>
          </a:xfrm>
          <a:prstGeom prst="ellipse">
            <a:avLst/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4389120"/>
            <a:ext cx="731520" cy="0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4206240"/>
            <a:ext cx="384048" cy="384048"/>
          </a:xfrm>
          <a:prstGeom prst="ellipse">
            <a:avLst/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4389120"/>
            <a:ext cx="0" cy="0"/>
          </a:xfrm>
          <a:prstGeom prst="line">
            <a:avLst/>
          </a:prstGeom>
          <a:noFill/>
          <a:ln w="19050">
            <a:solidFill>
              <a:srgbClr val="3A4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206240"/>
            <a:ext cx="384048" cy="384048"/>
          </a:xfrm>
          <a:prstGeom prst="ellipse">
            <a:avLst/>
          </a:prstGeom>
          <a:solidFill>
            <a:srgbClr val="EAF2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SUB-REDES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Dividindo uma rede grande em redes menores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0D1F782-E591-45AD-B43A-C657DEEAED43}"/>
              </a:ext>
            </a:extLst>
          </p:cNvPr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</a:t>
            </a:r>
            <a:r>
              <a:rPr lang="en-US" sz="32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passada</a:t>
            </a: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1635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6519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local com 100 computadores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“Será que eu quero colocar todos os 100 computadores na mesma rede?”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03920" y="13716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0" y="1371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95160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96051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6943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97834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98726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99617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0509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233172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96051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6943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97834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98726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9617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0509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01400" y="299466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6051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6943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7834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98726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99617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00509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01400" y="365760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95160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96051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6943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97834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98726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99617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00509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01400" y="43205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5160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96051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96943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97834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98726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99617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00509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01400" y="498348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98280" y="1920240"/>
            <a:ext cx="0" cy="411480"/>
          </a:xfrm>
          <a:prstGeom prst="line">
            <a:avLst/>
          </a:prstGeom>
          <a:noFill/>
          <a:ln w="19050">
            <a:solidFill>
              <a:srgbClr val="B7C6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97595" y="528801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computadores, todos na mesma rede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eu quiser separar por setor?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Administração, Secretaria e Laboratório — cada setor em sua própria rede.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3291840"/>
            <a:ext cx="0" cy="4114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033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7033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1040" y="233172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331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966960" y="3291840"/>
            <a:ext cx="0" cy="41148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7033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70916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70916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 conceito é chamado de: SUB-REDES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entender uma rede: /24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97880" y="2194560"/>
            <a:ext cx="64008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182880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8288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  =  máscara 255.255.255.0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entrar em binário ainda, o endereço se divide em duas partes: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blurRad="76200" dist="25400" dir="5400000" algn="bl" rotWithShape="0">
              <a:srgbClr val="8AA0B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634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de rede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2920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79476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blurRad="76200" dist="25400" dir="5400000" algn="bl" rotWithShape="0">
              <a:srgbClr val="8AA0B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26280" y="46634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(dispositivos)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02920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 até .254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352958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3EA"/>
            </a:solidFill>
            <a:prstDash val="solid"/>
          </a:ln>
          <a:effectLst>
            <a:outerShdw blurRad="76200" dist="25400" dir="5400000" algn="bl" rotWithShape="0">
              <a:srgbClr val="8AA0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46634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02920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192.168.10.255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Posso usar o .0 ou o .255 num host?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2F6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9659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96596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 rede — não pode ser atribuído a um dispositivo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185416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5A6B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95560" y="21854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Reservado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1693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91693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host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91693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endereço disponível para um dispositivo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95560" y="313639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2C8C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195560" y="31363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AF2F6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6791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192.168.10.254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867912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host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867912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endereço disponível para um dispositivo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95560" y="4087368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2C8C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95560" y="408736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188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7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1888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192.168.10.255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481888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481888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dados para todos os dispositivos da rede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pode ser atribuído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95560" y="503834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195560" y="50383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Reservado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Transformando uma rede em duas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“Como será que fazemos isso?” — depois apresente o /25.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23360" y="16916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023360" y="1691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192.168.10.0/24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80760" y="2377440"/>
            <a:ext cx="0" cy="411480"/>
          </a:xfrm>
          <a:prstGeom prst="line">
            <a:avLst/>
          </a:prstGeom>
          <a:noFill/>
          <a:ln w="25400">
            <a:solidFill>
              <a:srgbClr val="B7C6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788920"/>
            <a:ext cx="6309360" cy="0"/>
          </a:xfrm>
          <a:prstGeom prst="line">
            <a:avLst/>
          </a:prstGeom>
          <a:noFill/>
          <a:ln w="25400">
            <a:solidFill>
              <a:srgbClr val="B7C6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788920"/>
            <a:ext cx="0" cy="320040"/>
          </a:xfrm>
          <a:prstGeom prst="line">
            <a:avLst/>
          </a:prstGeom>
          <a:noFill/>
          <a:ln w="25400">
            <a:solidFill>
              <a:srgbClr val="B7C6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2788920"/>
            <a:ext cx="0" cy="320040"/>
          </a:xfrm>
          <a:prstGeom prst="line">
            <a:avLst/>
          </a:prstGeom>
          <a:noFill/>
          <a:ln w="25400">
            <a:solidFill>
              <a:srgbClr val="B7C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1089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192.168.10.0/25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675120" y="31089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611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192.168.10.128/25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máscara: 255.255.255.128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“Então quantos computadores cabem em cada uma?”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1 e Rede 2, lado a lado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192.168.10.0/25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0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1455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4553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 até .126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507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192.168.10.127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371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192.168.10.128/25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240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240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192.168.10.128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314553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1455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14553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.129 até .254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405079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2F6"/>
          </a:solidFill>
          <a:ln w="12700">
            <a:solidFill>
              <a:srgbClr val="CFE0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0507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050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192.168.10.255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 computadores cabem em cada nova rede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na Rede 1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192.168.10.0/25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2A35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5146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na Rede 2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192.168.10.128/25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58200" y="21945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58200" y="25146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37947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no total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menos que 254, um por rede)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304</Words>
  <Application>Microsoft Office PowerPoint</Application>
  <PresentationFormat>Widescreen</PresentationFormat>
  <Paragraphs>95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RAFAEL RUSSI ZAMBONI</cp:lastModifiedBy>
  <cp:revision>4</cp:revision>
  <dcterms:created xsi:type="dcterms:W3CDTF">2026-08-28T22:05:19Z</dcterms:created>
  <dcterms:modified xsi:type="dcterms:W3CDTF">2026-08-28T22:15:26Z</dcterms:modified>
</cp:coreProperties>
</file>